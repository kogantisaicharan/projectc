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1879" y="189991"/>
            <a:ext cx="750824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394" y="1563750"/>
            <a:ext cx="10777220" cy="4318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Relationship Id="rId24" Type="http://schemas.openxmlformats.org/officeDocument/2006/relationships/image" Target="../media/image48.png"/><Relationship Id="rId25" Type="http://schemas.openxmlformats.org/officeDocument/2006/relationships/image" Target="../media/image49.png"/><Relationship Id="rId26" Type="http://schemas.openxmlformats.org/officeDocument/2006/relationships/image" Target="../media/image50.png"/><Relationship Id="rId27" Type="http://schemas.openxmlformats.org/officeDocument/2006/relationships/image" Target="../media/image51.png"/><Relationship Id="rId28" Type="http://schemas.openxmlformats.org/officeDocument/2006/relationships/image" Target="../media/image52.png"/><Relationship Id="rId29" Type="http://schemas.openxmlformats.org/officeDocument/2006/relationships/image" Target="../media/image53.png"/><Relationship Id="rId30" Type="http://schemas.openxmlformats.org/officeDocument/2006/relationships/image" Target="../media/image54.png"/><Relationship Id="rId31" Type="http://schemas.openxmlformats.org/officeDocument/2006/relationships/image" Target="../media/image55.png"/><Relationship Id="rId32" Type="http://schemas.openxmlformats.org/officeDocument/2006/relationships/image" Target="../media/image56.png"/><Relationship Id="rId33" Type="http://schemas.openxmlformats.org/officeDocument/2006/relationships/image" Target="../media/image57.png"/><Relationship Id="rId34" Type="http://schemas.openxmlformats.org/officeDocument/2006/relationships/image" Target="../media/image58.png"/><Relationship Id="rId35" Type="http://schemas.openxmlformats.org/officeDocument/2006/relationships/image" Target="../media/image59.png"/><Relationship Id="rId36" Type="http://schemas.openxmlformats.org/officeDocument/2006/relationships/image" Target="../media/image60.png"/><Relationship Id="rId37" Type="http://schemas.openxmlformats.org/officeDocument/2006/relationships/image" Target="../media/image61.png"/><Relationship Id="rId38" Type="http://schemas.openxmlformats.org/officeDocument/2006/relationships/image" Target="../media/image62.png"/><Relationship Id="rId39" Type="http://schemas.openxmlformats.org/officeDocument/2006/relationships/image" Target="../media/image63.png"/><Relationship Id="rId40" Type="http://schemas.openxmlformats.org/officeDocument/2006/relationships/image" Target="../media/image64.png"/><Relationship Id="rId41" Type="http://schemas.openxmlformats.org/officeDocument/2006/relationships/image" Target="../media/image65.png"/><Relationship Id="rId42" Type="http://schemas.openxmlformats.org/officeDocument/2006/relationships/image" Target="../media/image66.png"/><Relationship Id="rId43" Type="http://schemas.openxmlformats.org/officeDocument/2006/relationships/image" Target="../media/image67.png"/><Relationship Id="rId44" Type="http://schemas.openxmlformats.org/officeDocument/2006/relationships/image" Target="../media/image68.png"/><Relationship Id="rId45" Type="http://schemas.openxmlformats.org/officeDocument/2006/relationships/image" Target="../media/image69.png"/><Relationship Id="rId46" Type="http://schemas.openxmlformats.org/officeDocument/2006/relationships/image" Target="../media/image70.png"/><Relationship Id="rId47" Type="http://schemas.openxmlformats.org/officeDocument/2006/relationships/image" Target="../media/image71.jpg"/><Relationship Id="rId48" Type="http://schemas.openxmlformats.org/officeDocument/2006/relationships/image" Target="../media/image72.jpg"/><Relationship Id="rId49" Type="http://schemas.openxmlformats.org/officeDocument/2006/relationships/image" Target="../media/image73.jpg"/><Relationship Id="rId50" Type="http://schemas.openxmlformats.org/officeDocument/2006/relationships/image" Target="../media/image74.png"/><Relationship Id="rId51" Type="http://schemas.openxmlformats.org/officeDocument/2006/relationships/image" Target="../media/image75.png"/><Relationship Id="rId52" Type="http://schemas.openxmlformats.org/officeDocument/2006/relationships/image" Target="../media/image76.png"/><Relationship Id="rId53" Type="http://schemas.openxmlformats.org/officeDocument/2006/relationships/image" Target="../media/image77.png"/><Relationship Id="rId54" Type="http://schemas.openxmlformats.org/officeDocument/2006/relationships/image" Target="../media/image78.png"/><Relationship Id="rId55" Type="http://schemas.openxmlformats.org/officeDocument/2006/relationships/image" Target="../media/image79.png"/><Relationship Id="rId56" Type="http://schemas.openxmlformats.org/officeDocument/2006/relationships/image" Target="../media/image80.png"/><Relationship Id="rId57" Type="http://schemas.openxmlformats.org/officeDocument/2006/relationships/image" Target="../media/image81.png"/><Relationship Id="rId58" Type="http://schemas.openxmlformats.org/officeDocument/2006/relationships/image" Target="../media/image82.png"/><Relationship Id="rId59" Type="http://schemas.openxmlformats.org/officeDocument/2006/relationships/image" Target="../media/image83.jpg"/><Relationship Id="rId60" Type="http://schemas.openxmlformats.org/officeDocument/2006/relationships/image" Target="../media/image84.png"/><Relationship Id="rId61" Type="http://schemas.openxmlformats.org/officeDocument/2006/relationships/image" Target="../media/image85.png"/><Relationship Id="rId62" Type="http://schemas.openxmlformats.org/officeDocument/2006/relationships/image" Target="../media/image86.png"/><Relationship Id="rId63" Type="http://schemas.openxmlformats.org/officeDocument/2006/relationships/image" Target="../media/image87.png"/><Relationship Id="rId64" Type="http://schemas.openxmlformats.org/officeDocument/2006/relationships/image" Target="../media/image88.png"/><Relationship Id="rId65" Type="http://schemas.openxmlformats.org/officeDocument/2006/relationships/image" Target="../media/image89.png"/><Relationship Id="rId66" Type="http://schemas.openxmlformats.org/officeDocument/2006/relationships/image" Target="../media/image90.jpg"/><Relationship Id="rId67" Type="http://schemas.openxmlformats.org/officeDocument/2006/relationships/image" Target="../media/image9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108.png"/><Relationship Id="rId20" Type="http://schemas.openxmlformats.org/officeDocument/2006/relationships/image" Target="../media/image10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Relationship Id="rId18" Type="http://schemas.openxmlformats.org/officeDocument/2006/relationships/image" Target="../media/image126.png"/><Relationship Id="rId19" Type="http://schemas.openxmlformats.org/officeDocument/2006/relationships/image" Target="../media/image127.png"/><Relationship Id="rId20" Type="http://schemas.openxmlformats.org/officeDocument/2006/relationships/image" Target="../media/image128.png"/><Relationship Id="rId21" Type="http://schemas.openxmlformats.org/officeDocument/2006/relationships/image" Target="../media/image129.png"/><Relationship Id="rId22" Type="http://schemas.openxmlformats.org/officeDocument/2006/relationships/image" Target="../media/image130.png"/><Relationship Id="rId23" Type="http://schemas.openxmlformats.org/officeDocument/2006/relationships/image" Target="../media/image131.png"/><Relationship Id="rId24" Type="http://schemas.openxmlformats.org/officeDocument/2006/relationships/image" Target="../media/image132.png"/><Relationship Id="rId25" Type="http://schemas.openxmlformats.org/officeDocument/2006/relationships/image" Target="../media/image133.png"/><Relationship Id="rId26" Type="http://schemas.openxmlformats.org/officeDocument/2006/relationships/image" Target="../media/image134.png"/><Relationship Id="rId27" Type="http://schemas.openxmlformats.org/officeDocument/2006/relationships/image" Target="../media/image135.png"/><Relationship Id="rId28" Type="http://schemas.openxmlformats.org/officeDocument/2006/relationships/image" Target="../media/image136.png"/><Relationship Id="rId29" Type="http://schemas.openxmlformats.org/officeDocument/2006/relationships/image" Target="../media/image105.png"/><Relationship Id="rId30" Type="http://schemas.openxmlformats.org/officeDocument/2006/relationships/image" Target="../media/image137.png"/><Relationship Id="rId31" Type="http://schemas.openxmlformats.org/officeDocument/2006/relationships/image" Target="../media/image138.png"/><Relationship Id="rId32" Type="http://schemas.openxmlformats.org/officeDocument/2006/relationships/image" Target="../media/image13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26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hyperlink" Target="https://internship.aicte-india.org/" TargetMode="External"/><Relationship Id="rId12" Type="http://schemas.openxmlformats.org/officeDocument/2006/relationships/hyperlink" Target="https://youtu.be/2bEOq0jkqWQ?si=a1c7al2o4TwCaY2s" TargetMode="External"/><Relationship Id="rId13" Type="http://schemas.openxmlformats.org/officeDocument/2006/relationships/hyperlink" Target="https://huggingface.co/TechWolf/JobBERT-v2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56" y="851916"/>
            <a:ext cx="4639310" cy="5154295"/>
            <a:chOff x="5657056" y="851916"/>
            <a:chExt cx="4639310" cy="5154295"/>
          </a:xfrm>
        </p:grpSpPr>
        <p:sp>
          <p:nvSpPr>
            <p:cNvPr id="3" name="object 3"/>
            <p:cNvSpPr/>
            <p:nvPr/>
          </p:nvSpPr>
          <p:spPr>
            <a:xfrm>
              <a:off x="5657056" y="851916"/>
              <a:ext cx="4639310" cy="5154295"/>
            </a:xfrm>
            <a:custGeom>
              <a:avLst/>
              <a:gdLst/>
              <a:ahLst/>
              <a:cxnLst/>
              <a:rect l="l" t="t" r="r" b="b"/>
              <a:pathLst>
                <a:path w="4639309" h="5154295">
                  <a:moveTo>
                    <a:pt x="1873408" y="0"/>
                  </a:moveTo>
                  <a:lnTo>
                    <a:pt x="1180115" y="0"/>
                  </a:lnTo>
                  <a:lnTo>
                    <a:pt x="1147462" y="5788"/>
                  </a:lnTo>
                  <a:lnTo>
                    <a:pt x="1092301" y="48702"/>
                  </a:lnTo>
                  <a:lnTo>
                    <a:pt x="1072292" y="83566"/>
                  </a:lnTo>
                  <a:lnTo>
                    <a:pt x="726344" y="880999"/>
                  </a:lnTo>
                  <a:lnTo>
                    <a:pt x="713700" y="920499"/>
                  </a:lnTo>
                  <a:lnTo>
                    <a:pt x="709485" y="962596"/>
                  </a:lnTo>
                  <a:lnTo>
                    <a:pt x="713700" y="1004693"/>
                  </a:lnTo>
                  <a:lnTo>
                    <a:pt x="726344" y="1044194"/>
                  </a:lnTo>
                  <a:lnTo>
                    <a:pt x="1072292" y="1841627"/>
                  </a:lnTo>
                  <a:lnTo>
                    <a:pt x="1092263" y="1876520"/>
                  </a:lnTo>
                  <a:lnTo>
                    <a:pt x="1118647" y="1903349"/>
                  </a:lnTo>
                  <a:lnTo>
                    <a:pt x="787050" y="2667889"/>
                  </a:lnTo>
                  <a:lnTo>
                    <a:pt x="769506" y="2713705"/>
                  </a:lnTo>
                  <a:lnTo>
                    <a:pt x="756975" y="2761861"/>
                  </a:lnTo>
                  <a:lnTo>
                    <a:pt x="749456" y="2811576"/>
                  </a:lnTo>
                  <a:lnTo>
                    <a:pt x="746950" y="2862072"/>
                  </a:lnTo>
                  <a:lnTo>
                    <a:pt x="749456" y="2912567"/>
                  </a:lnTo>
                  <a:lnTo>
                    <a:pt x="756975" y="2962282"/>
                  </a:lnTo>
                  <a:lnTo>
                    <a:pt x="769506" y="3010438"/>
                  </a:lnTo>
                  <a:lnTo>
                    <a:pt x="787050" y="3056254"/>
                  </a:lnTo>
                  <a:lnTo>
                    <a:pt x="1610772" y="4955260"/>
                  </a:lnTo>
                  <a:lnTo>
                    <a:pt x="1636214" y="5005051"/>
                  </a:lnTo>
                  <a:lnTo>
                    <a:pt x="1666336" y="5048545"/>
                  </a:lnTo>
                  <a:lnTo>
                    <a:pt x="1700579" y="5085244"/>
                  </a:lnTo>
                  <a:lnTo>
                    <a:pt x="1738384" y="5114653"/>
                  </a:lnTo>
                  <a:lnTo>
                    <a:pt x="1779190" y="5136274"/>
                  </a:lnTo>
                  <a:lnTo>
                    <a:pt x="1822437" y="5149611"/>
                  </a:lnTo>
                  <a:lnTo>
                    <a:pt x="1867566" y="5154168"/>
                  </a:lnTo>
                  <a:lnTo>
                    <a:pt x="3518566" y="5154168"/>
                  </a:lnTo>
                  <a:lnTo>
                    <a:pt x="3562518" y="5149611"/>
                  </a:lnTo>
                  <a:lnTo>
                    <a:pt x="3605224" y="5136274"/>
                  </a:lnTo>
                  <a:lnTo>
                    <a:pt x="3645872" y="5114653"/>
                  </a:lnTo>
                  <a:lnTo>
                    <a:pt x="3683653" y="5085244"/>
                  </a:lnTo>
                  <a:lnTo>
                    <a:pt x="3717754" y="5048545"/>
                  </a:lnTo>
                  <a:lnTo>
                    <a:pt x="3747366" y="5005051"/>
                  </a:lnTo>
                  <a:lnTo>
                    <a:pt x="3771677" y="4955260"/>
                  </a:lnTo>
                  <a:lnTo>
                    <a:pt x="4598955" y="3056255"/>
                  </a:lnTo>
                  <a:lnTo>
                    <a:pt x="4616499" y="3010438"/>
                  </a:lnTo>
                  <a:lnTo>
                    <a:pt x="4629030" y="2962282"/>
                  </a:lnTo>
                  <a:lnTo>
                    <a:pt x="4636549" y="2912567"/>
                  </a:lnTo>
                  <a:lnTo>
                    <a:pt x="4639056" y="2862072"/>
                  </a:lnTo>
                  <a:lnTo>
                    <a:pt x="4636549" y="2811576"/>
                  </a:lnTo>
                  <a:lnTo>
                    <a:pt x="4629030" y="2761861"/>
                  </a:lnTo>
                  <a:lnTo>
                    <a:pt x="4616499" y="2713705"/>
                  </a:lnTo>
                  <a:lnTo>
                    <a:pt x="4598955" y="2667889"/>
                  </a:lnTo>
                  <a:lnTo>
                    <a:pt x="4271375" y="1915922"/>
                  </a:lnTo>
                  <a:lnTo>
                    <a:pt x="1177194" y="1915922"/>
                  </a:lnTo>
                  <a:lnTo>
                    <a:pt x="1168790" y="1915544"/>
                  </a:lnTo>
                  <a:lnTo>
                    <a:pt x="1160541" y="1914429"/>
                  </a:lnTo>
                  <a:lnTo>
                    <a:pt x="1152459" y="1912600"/>
                  </a:lnTo>
                  <a:lnTo>
                    <a:pt x="1144723" y="1910133"/>
                  </a:lnTo>
                  <a:lnTo>
                    <a:pt x="1125251" y="1899285"/>
                  </a:lnTo>
                  <a:lnTo>
                    <a:pt x="1143793" y="1856359"/>
                  </a:lnTo>
                  <a:lnTo>
                    <a:pt x="1168812" y="1798701"/>
                  </a:lnTo>
                  <a:lnTo>
                    <a:pt x="1164113" y="1796161"/>
                  </a:lnTo>
                  <a:lnTo>
                    <a:pt x="1132020" y="1758245"/>
                  </a:lnTo>
                  <a:lnTo>
                    <a:pt x="817149" y="1034923"/>
                  </a:lnTo>
                  <a:lnTo>
                    <a:pt x="802195" y="962596"/>
                  </a:lnTo>
                  <a:lnTo>
                    <a:pt x="805934" y="925266"/>
                  </a:lnTo>
                  <a:lnTo>
                    <a:pt x="1123854" y="183261"/>
                  </a:lnTo>
                  <a:lnTo>
                    <a:pt x="1164193" y="129047"/>
                  </a:lnTo>
                  <a:lnTo>
                    <a:pt x="1219485" y="109220"/>
                  </a:lnTo>
                  <a:lnTo>
                    <a:pt x="1991009" y="109220"/>
                  </a:lnTo>
                  <a:lnTo>
                    <a:pt x="1979834" y="83566"/>
                  </a:lnTo>
                  <a:lnTo>
                    <a:pt x="1960473" y="48702"/>
                  </a:lnTo>
                  <a:lnTo>
                    <a:pt x="1935051" y="22399"/>
                  </a:lnTo>
                  <a:lnTo>
                    <a:pt x="1905414" y="5788"/>
                  </a:lnTo>
                  <a:lnTo>
                    <a:pt x="1873408" y="0"/>
                  </a:lnTo>
                  <a:close/>
                </a:path>
                <a:path w="4639309" h="5154295">
                  <a:moveTo>
                    <a:pt x="673766" y="3124708"/>
                  </a:moveTo>
                  <a:lnTo>
                    <a:pt x="272446" y="3124708"/>
                  </a:lnTo>
                  <a:lnTo>
                    <a:pt x="253541" y="3128053"/>
                  </a:lnTo>
                  <a:lnTo>
                    <a:pt x="221636" y="3152890"/>
                  </a:lnTo>
                  <a:lnTo>
                    <a:pt x="9810" y="3634740"/>
                  </a:lnTo>
                  <a:lnTo>
                    <a:pt x="0" y="3681872"/>
                  </a:lnTo>
                  <a:lnTo>
                    <a:pt x="2452" y="3706231"/>
                  </a:lnTo>
                  <a:lnTo>
                    <a:pt x="210089" y="4190746"/>
                  </a:lnTo>
                  <a:lnTo>
                    <a:pt x="236362" y="4226179"/>
                  </a:lnTo>
                  <a:lnTo>
                    <a:pt x="272446" y="4239133"/>
                  </a:lnTo>
                  <a:lnTo>
                    <a:pt x="673766" y="4239133"/>
                  </a:lnTo>
                  <a:lnTo>
                    <a:pt x="724130" y="4210950"/>
                  </a:lnTo>
                  <a:lnTo>
                    <a:pt x="936402" y="3729101"/>
                  </a:lnTo>
                  <a:lnTo>
                    <a:pt x="946213" y="3681872"/>
                  </a:lnTo>
                  <a:lnTo>
                    <a:pt x="943760" y="3657538"/>
                  </a:lnTo>
                  <a:lnTo>
                    <a:pt x="735361" y="3173095"/>
                  </a:lnTo>
                  <a:lnTo>
                    <a:pt x="709422" y="3137662"/>
                  </a:lnTo>
                  <a:lnTo>
                    <a:pt x="673766" y="3124708"/>
                  </a:lnTo>
                  <a:close/>
                </a:path>
                <a:path w="4639309" h="5154295">
                  <a:moveTo>
                    <a:pt x="3518566" y="569976"/>
                  </a:moveTo>
                  <a:lnTo>
                    <a:pt x="2192813" y="569976"/>
                  </a:lnTo>
                  <a:lnTo>
                    <a:pt x="2324258" y="871728"/>
                  </a:lnTo>
                  <a:lnTo>
                    <a:pt x="2336903" y="911226"/>
                  </a:lnTo>
                  <a:lnTo>
                    <a:pt x="2341118" y="953309"/>
                  </a:lnTo>
                  <a:lnTo>
                    <a:pt x="2336903" y="995368"/>
                  </a:lnTo>
                  <a:lnTo>
                    <a:pt x="2324203" y="1034923"/>
                  </a:lnTo>
                  <a:lnTo>
                    <a:pt x="1976786" y="1832356"/>
                  </a:lnTo>
                  <a:lnTo>
                    <a:pt x="1957445" y="1867219"/>
                  </a:lnTo>
                  <a:lnTo>
                    <a:pt x="1902473" y="1910133"/>
                  </a:lnTo>
                  <a:lnTo>
                    <a:pt x="1870487" y="1915922"/>
                  </a:lnTo>
                  <a:lnTo>
                    <a:pt x="4271375" y="1915922"/>
                  </a:lnTo>
                  <a:lnTo>
                    <a:pt x="3771677" y="768858"/>
                  </a:lnTo>
                  <a:lnTo>
                    <a:pt x="3747366" y="719052"/>
                  </a:lnTo>
                  <a:lnTo>
                    <a:pt x="3717754" y="675556"/>
                  </a:lnTo>
                  <a:lnTo>
                    <a:pt x="3683653" y="638862"/>
                  </a:lnTo>
                  <a:lnTo>
                    <a:pt x="3645872" y="609464"/>
                  </a:lnTo>
                  <a:lnTo>
                    <a:pt x="3605224" y="587855"/>
                  </a:lnTo>
                  <a:lnTo>
                    <a:pt x="3562518" y="574528"/>
                  </a:lnTo>
                  <a:lnTo>
                    <a:pt x="3518566" y="569976"/>
                  </a:lnTo>
                  <a:close/>
                </a:path>
                <a:path w="4639309" h="5154295">
                  <a:moveTo>
                    <a:pt x="2097944" y="569976"/>
                  </a:moveTo>
                  <a:lnTo>
                    <a:pt x="1867566" y="569976"/>
                  </a:lnTo>
                  <a:lnTo>
                    <a:pt x="1822437" y="574528"/>
                  </a:lnTo>
                  <a:lnTo>
                    <a:pt x="1779190" y="587855"/>
                  </a:lnTo>
                  <a:lnTo>
                    <a:pt x="1738384" y="609464"/>
                  </a:lnTo>
                  <a:lnTo>
                    <a:pt x="1700579" y="638862"/>
                  </a:lnTo>
                  <a:lnTo>
                    <a:pt x="1666336" y="675556"/>
                  </a:lnTo>
                  <a:lnTo>
                    <a:pt x="1636214" y="719052"/>
                  </a:lnTo>
                  <a:lnTo>
                    <a:pt x="1610772" y="768858"/>
                  </a:lnTo>
                  <a:lnTo>
                    <a:pt x="1167669" y="1790446"/>
                  </a:lnTo>
                  <a:lnTo>
                    <a:pt x="1187812" y="1801560"/>
                  </a:lnTo>
                  <a:lnTo>
                    <a:pt x="1194631" y="1803755"/>
                  </a:lnTo>
                  <a:lnTo>
                    <a:pt x="1201785" y="1805384"/>
                  </a:lnTo>
                  <a:lnTo>
                    <a:pt x="1209057" y="1806370"/>
                  </a:lnTo>
                  <a:lnTo>
                    <a:pt x="1216437" y="1806702"/>
                  </a:lnTo>
                  <a:lnTo>
                    <a:pt x="1831244" y="1806702"/>
                  </a:lnTo>
                  <a:lnTo>
                    <a:pt x="1885791" y="1786810"/>
                  </a:lnTo>
                  <a:lnTo>
                    <a:pt x="1925478" y="1732534"/>
                  </a:lnTo>
                  <a:lnTo>
                    <a:pt x="2233453" y="1025525"/>
                  </a:lnTo>
                  <a:lnTo>
                    <a:pt x="2248403" y="953309"/>
                  </a:lnTo>
                  <a:lnTo>
                    <a:pt x="2244669" y="915975"/>
                  </a:lnTo>
                  <a:lnTo>
                    <a:pt x="2233453" y="880999"/>
                  </a:lnTo>
                  <a:lnTo>
                    <a:pt x="2097944" y="569976"/>
                  </a:lnTo>
                  <a:close/>
                </a:path>
                <a:path w="4639309" h="5154295">
                  <a:moveTo>
                    <a:pt x="1991009" y="109220"/>
                  </a:moveTo>
                  <a:lnTo>
                    <a:pt x="1834165" y="109220"/>
                  </a:lnTo>
                  <a:lnTo>
                    <a:pt x="1862516" y="114341"/>
                  </a:lnTo>
                  <a:lnTo>
                    <a:pt x="1888759" y="129047"/>
                  </a:lnTo>
                  <a:lnTo>
                    <a:pt x="1911264" y="152350"/>
                  </a:lnTo>
                  <a:lnTo>
                    <a:pt x="1928399" y="183261"/>
                  </a:lnTo>
                  <a:lnTo>
                    <a:pt x="2092356" y="559688"/>
                  </a:lnTo>
                  <a:lnTo>
                    <a:pt x="2187225" y="559688"/>
                  </a:lnTo>
                  <a:lnTo>
                    <a:pt x="1991009" y="109220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6024"/>
              <a:ext cx="3203448" cy="342595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60677" y="-96265"/>
            <a:ext cx="8087359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14">
                <a:solidFill>
                  <a:srgbClr val="1F487C"/>
                </a:solidFill>
              </a:rPr>
              <a:t>SMART</a:t>
            </a:r>
            <a:r>
              <a:rPr dirty="0" sz="4000" spc="-30">
                <a:solidFill>
                  <a:srgbClr val="1F487C"/>
                </a:solidFill>
              </a:rPr>
              <a:t> </a:t>
            </a:r>
            <a:r>
              <a:rPr dirty="0" sz="4000" spc="90">
                <a:solidFill>
                  <a:srgbClr val="1F487C"/>
                </a:solidFill>
              </a:rPr>
              <a:t>INDIA</a:t>
            </a:r>
            <a:r>
              <a:rPr dirty="0" sz="4000" spc="-15">
                <a:solidFill>
                  <a:srgbClr val="1F487C"/>
                </a:solidFill>
              </a:rPr>
              <a:t> </a:t>
            </a:r>
            <a:r>
              <a:rPr dirty="0" sz="4000">
                <a:solidFill>
                  <a:srgbClr val="1F487C"/>
                </a:solidFill>
              </a:rPr>
              <a:t>HACKATHON</a:t>
            </a:r>
            <a:r>
              <a:rPr dirty="0" sz="4000" spc="5">
                <a:solidFill>
                  <a:srgbClr val="1F487C"/>
                </a:solidFill>
              </a:rPr>
              <a:t> </a:t>
            </a:r>
            <a:r>
              <a:rPr dirty="0" sz="4000" spc="-55">
                <a:solidFill>
                  <a:srgbClr val="1F487C"/>
                </a:solidFill>
              </a:rPr>
              <a:t>2025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131470" y="588390"/>
            <a:ext cx="6281420" cy="6244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889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TITLE</a:t>
            </a:r>
            <a:r>
              <a:rPr dirty="0" sz="3200" spc="-100" b="1">
                <a:latin typeface="Times New Roman"/>
                <a:cs typeface="Times New Roman"/>
              </a:rPr>
              <a:t> </a:t>
            </a:r>
            <a:r>
              <a:rPr dirty="0" sz="3200" spc="-20" b="1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191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latin typeface="Arial"/>
                <a:cs typeface="Arial"/>
              </a:rPr>
              <a:t>Problem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Statement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ID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–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SIH25034</a:t>
            </a:r>
            <a:endParaRPr sz="2400">
              <a:latin typeface="Arial"/>
              <a:cs typeface="Arial"/>
            </a:endParaRPr>
          </a:p>
          <a:p>
            <a:pPr algn="just" marL="297180" marR="5080" indent="-285115">
              <a:lnSpc>
                <a:spcPct val="2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b="1">
                <a:latin typeface="Arial"/>
                <a:cs typeface="Arial"/>
              </a:rPr>
              <a:t>Problem</a:t>
            </a:r>
            <a:r>
              <a:rPr dirty="0" sz="2400" spc="385" b="1">
                <a:latin typeface="Arial"/>
                <a:cs typeface="Arial"/>
              </a:rPr>
              <a:t>   </a:t>
            </a:r>
            <a:r>
              <a:rPr dirty="0" sz="2400" b="1">
                <a:latin typeface="Arial"/>
                <a:cs typeface="Arial"/>
              </a:rPr>
              <a:t>Statement</a:t>
            </a:r>
            <a:r>
              <a:rPr dirty="0" sz="2400" spc="380" b="1">
                <a:latin typeface="Arial"/>
                <a:cs typeface="Arial"/>
              </a:rPr>
              <a:t>   </a:t>
            </a:r>
            <a:r>
              <a:rPr dirty="0" sz="2400" b="1">
                <a:latin typeface="Arial"/>
                <a:cs typeface="Arial"/>
              </a:rPr>
              <a:t>Title-</a:t>
            </a:r>
            <a:r>
              <a:rPr dirty="0" sz="2400" spc="390" b="1">
                <a:latin typeface="Arial"/>
                <a:cs typeface="Arial"/>
              </a:rPr>
              <a:t>   </a:t>
            </a:r>
            <a:r>
              <a:rPr dirty="0" sz="2400" spc="-10" b="1">
                <a:latin typeface="Arial"/>
                <a:cs typeface="Arial"/>
              </a:rPr>
              <a:t>Al-Based </a:t>
            </a:r>
            <a:r>
              <a:rPr dirty="0" sz="2400" spc="-10" b="1">
                <a:latin typeface="Arial"/>
                <a:cs typeface="Arial"/>
              </a:rPr>
              <a:t>	</a:t>
            </a:r>
            <a:r>
              <a:rPr dirty="0" sz="2400" b="1">
                <a:latin typeface="Arial"/>
                <a:cs typeface="Arial"/>
              </a:rPr>
              <a:t>Internship</a:t>
            </a:r>
            <a:r>
              <a:rPr dirty="0" sz="2400" spc="-1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Recommendation</a:t>
            </a:r>
            <a:r>
              <a:rPr dirty="0" sz="2400" spc="-1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Engine</a:t>
            </a:r>
            <a:r>
              <a:rPr dirty="0" sz="2400" spc="-10" b="1">
                <a:latin typeface="Arial"/>
                <a:cs typeface="Arial"/>
              </a:rPr>
              <a:t>  </a:t>
            </a:r>
            <a:r>
              <a:rPr dirty="0" sz="2400" spc="-25" b="1">
                <a:latin typeface="Arial"/>
                <a:cs typeface="Arial"/>
              </a:rPr>
              <a:t>for </a:t>
            </a:r>
            <a:r>
              <a:rPr dirty="0" sz="2400" spc="-25" b="1">
                <a:latin typeface="Arial"/>
                <a:cs typeface="Arial"/>
              </a:rPr>
              <a:t>	</a:t>
            </a:r>
            <a:r>
              <a:rPr dirty="0" sz="2400" b="1">
                <a:latin typeface="Arial"/>
                <a:cs typeface="Arial"/>
              </a:rPr>
              <a:t>PM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Internship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Scheme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latin typeface="Arial"/>
                <a:cs typeface="Arial"/>
              </a:rPr>
              <a:t>Theme-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Smart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Education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 b="1">
                <a:latin typeface="Arial"/>
                <a:cs typeface="Arial"/>
              </a:rPr>
              <a:t>PS</a:t>
            </a:r>
            <a:r>
              <a:rPr dirty="0" sz="2400" spc="-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Category-</a:t>
            </a:r>
            <a:r>
              <a:rPr dirty="0" sz="2400" spc="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Software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 spc="-25" b="1">
                <a:latin typeface="Arial"/>
                <a:cs typeface="Arial"/>
              </a:rPr>
              <a:t>Team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ID-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57770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400" spc="-25" b="1">
                <a:latin typeface="Arial"/>
                <a:cs typeface="Arial"/>
              </a:rPr>
              <a:t>Team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Name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-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 descr="https://www.sih.gov.in/img1/SIH-Logo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1992" y="6095"/>
            <a:ext cx="2208276" cy="1123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38604" y="-40182"/>
            <a:ext cx="7906384" cy="1120775"/>
          </a:xfrm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501140" marR="5080" indent="-1489075">
              <a:lnSpc>
                <a:spcPts val="4300"/>
              </a:lnSpc>
              <a:spcBef>
                <a:spcPts val="220"/>
              </a:spcBef>
            </a:pPr>
            <a:r>
              <a:rPr dirty="0">
                <a:latin typeface="Arial"/>
                <a:cs typeface="Arial"/>
              </a:rPr>
              <a:t>AI</a:t>
            </a:r>
            <a:r>
              <a:rPr dirty="0" spc="-1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Powered</a:t>
            </a:r>
            <a:r>
              <a:rPr dirty="0" spc="-1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Internship</a:t>
            </a:r>
            <a:r>
              <a:rPr dirty="0" spc="-15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Allocation</a:t>
            </a:r>
            <a:r>
              <a:rPr dirty="0" spc="-25">
                <a:latin typeface="Arial"/>
                <a:cs typeface="Arial"/>
              </a:rPr>
              <a:t> for </a:t>
            </a:r>
            <a:r>
              <a:rPr dirty="0">
                <a:latin typeface="Arial"/>
                <a:cs typeface="Arial"/>
              </a:rPr>
              <a:t>PM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Internship</a:t>
            </a:r>
            <a:r>
              <a:rPr dirty="0" spc="-1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43" y="1104138"/>
            <a:ext cx="11365230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Arial"/>
                <a:cs typeface="Arial"/>
              </a:rPr>
              <a:t>Problem</a:t>
            </a:r>
            <a:r>
              <a:rPr dirty="0" u="sng" sz="2000" spc="-35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Arial"/>
                <a:cs typeface="Arial"/>
              </a:rPr>
              <a:t>Statement</a:t>
            </a:r>
            <a:r>
              <a:rPr dirty="0" u="sng" sz="2000" spc="-4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D0D0D"/>
                </a:solidFill>
                <a:latin typeface="Arial MT"/>
                <a:cs typeface="Arial MT"/>
              </a:rPr>
              <a:t>–</a:t>
            </a:r>
            <a:r>
              <a:rPr dirty="0" sz="2000">
                <a:latin typeface="Arial MT"/>
                <a:cs typeface="Arial MT"/>
              </a:rPr>
              <a:t>Many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students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applying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PM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Internship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Scheme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face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skill</a:t>
            </a:r>
            <a:r>
              <a:rPr dirty="0" u="sng" sz="20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mismatches</a:t>
            </a:r>
            <a:r>
              <a:rPr dirty="0" sz="2000" spc="-10">
                <a:latin typeface="Arial MT"/>
                <a:cs typeface="Arial MT"/>
              </a:rPr>
              <a:t>,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location</a:t>
            </a:r>
            <a:r>
              <a:rPr dirty="0" u="sng" sz="20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constraints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limited</a:t>
            </a:r>
            <a:r>
              <a:rPr dirty="0" u="sng" sz="20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access</a:t>
            </a:r>
            <a:r>
              <a:rPr dirty="0" u="sng" sz="20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20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relevant</a:t>
            </a:r>
            <a:r>
              <a:rPr dirty="0" u="sng" sz="20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opportunities</a:t>
            </a:r>
            <a:r>
              <a:rPr dirty="0" sz="2000">
                <a:latin typeface="Arial MT"/>
                <a:cs typeface="Arial MT"/>
              </a:rPr>
              <a:t>.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Without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personalized </a:t>
            </a:r>
            <a:r>
              <a:rPr dirty="0" sz="2000">
                <a:latin typeface="Arial MT"/>
                <a:cs typeface="Arial MT"/>
              </a:rPr>
              <a:t>recommendation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finding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internships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truly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match</a:t>
            </a:r>
            <a:r>
              <a:rPr dirty="0" u="sng" sz="20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their</a:t>
            </a:r>
            <a:r>
              <a:rPr dirty="0" u="sng" sz="20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skills</a:t>
            </a:r>
            <a:r>
              <a:rPr dirty="0" u="sng" sz="200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goals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confusing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time-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consuming</a:t>
            </a:r>
            <a:r>
              <a:rPr dirty="0" sz="2000" b="1">
                <a:latin typeface="Arial"/>
                <a:cs typeface="Arial"/>
              </a:rPr>
              <a:t>.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absence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personalized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recommendation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challenging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for </a:t>
            </a:r>
            <a:r>
              <a:rPr dirty="0" sz="2000">
                <a:latin typeface="Arial MT"/>
                <a:cs typeface="Arial MT"/>
              </a:rPr>
              <a:t>candidates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efficiently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identify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relevant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internships.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911" y="19811"/>
            <a:ext cx="1812289" cy="1000125"/>
            <a:chOff x="57911" y="19811"/>
            <a:chExt cx="1812289" cy="1000125"/>
          </a:xfrm>
        </p:grpSpPr>
        <p:sp>
          <p:nvSpPr>
            <p:cNvPr id="5" name="object 5"/>
            <p:cNvSpPr/>
            <p:nvPr/>
          </p:nvSpPr>
          <p:spPr>
            <a:xfrm>
              <a:off x="70865" y="32765"/>
              <a:ext cx="1786255" cy="974090"/>
            </a:xfrm>
            <a:custGeom>
              <a:avLst/>
              <a:gdLst/>
              <a:ahLst/>
              <a:cxnLst/>
              <a:rect l="l" t="t" r="r" b="b"/>
              <a:pathLst>
                <a:path w="1786255" h="974090">
                  <a:moveTo>
                    <a:pt x="893064" y="0"/>
                  </a:moveTo>
                  <a:lnTo>
                    <a:pt x="831918" y="1123"/>
                  </a:lnTo>
                  <a:lnTo>
                    <a:pt x="771879" y="4446"/>
                  </a:lnTo>
                  <a:lnTo>
                    <a:pt x="713079" y="9894"/>
                  </a:lnTo>
                  <a:lnTo>
                    <a:pt x="655650" y="17397"/>
                  </a:lnTo>
                  <a:lnTo>
                    <a:pt x="599727" y="26880"/>
                  </a:lnTo>
                  <a:lnTo>
                    <a:pt x="545441" y="38272"/>
                  </a:lnTo>
                  <a:lnTo>
                    <a:pt x="492926" y="51500"/>
                  </a:lnTo>
                  <a:lnTo>
                    <a:pt x="442315" y="66491"/>
                  </a:lnTo>
                  <a:lnTo>
                    <a:pt x="393741" y="83173"/>
                  </a:lnTo>
                  <a:lnTo>
                    <a:pt x="347337" y="101473"/>
                  </a:lnTo>
                  <a:lnTo>
                    <a:pt x="303236" y="121318"/>
                  </a:lnTo>
                  <a:lnTo>
                    <a:pt x="261570" y="142636"/>
                  </a:lnTo>
                  <a:lnTo>
                    <a:pt x="222474" y="165355"/>
                  </a:lnTo>
                  <a:lnTo>
                    <a:pt x="186079" y="189401"/>
                  </a:lnTo>
                  <a:lnTo>
                    <a:pt x="152520" y="214703"/>
                  </a:lnTo>
                  <a:lnTo>
                    <a:pt x="121928" y="241187"/>
                  </a:lnTo>
                  <a:lnTo>
                    <a:pt x="94437" y="268780"/>
                  </a:lnTo>
                  <a:lnTo>
                    <a:pt x="49290" y="327008"/>
                  </a:lnTo>
                  <a:lnTo>
                    <a:pt x="18143" y="388803"/>
                  </a:lnTo>
                  <a:lnTo>
                    <a:pt x="2060" y="453587"/>
                  </a:lnTo>
                  <a:lnTo>
                    <a:pt x="0" y="486917"/>
                  </a:lnTo>
                  <a:lnTo>
                    <a:pt x="2060" y="520248"/>
                  </a:lnTo>
                  <a:lnTo>
                    <a:pt x="18143" y="585032"/>
                  </a:lnTo>
                  <a:lnTo>
                    <a:pt x="49290" y="646827"/>
                  </a:lnTo>
                  <a:lnTo>
                    <a:pt x="94437" y="705055"/>
                  </a:lnTo>
                  <a:lnTo>
                    <a:pt x="121928" y="732648"/>
                  </a:lnTo>
                  <a:lnTo>
                    <a:pt x="152520" y="759132"/>
                  </a:lnTo>
                  <a:lnTo>
                    <a:pt x="186079" y="784434"/>
                  </a:lnTo>
                  <a:lnTo>
                    <a:pt x="222474" y="808480"/>
                  </a:lnTo>
                  <a:lnTo>
                    <a:pt x="261570" y="831199"/>
                  </a:lnTo>
                  <a:lnTo>
                    <a:pt x="303236" y="852517"/>
                  </a:lnTo>
                  <a:lnTo>
                    <a:pt x="347337" y="872362"/>
                  </a:lnTo>
                  <a:lnTo>
                    <a:pt x="393741" y="890662"/>
                  </a:lnTo>
                  <a:lnTo>
                    <a:pt x="442315" y="907344"/>
                  </a:lnTo>
                  <a:lnTo>
                    <a:pt x="492926" y="922335"/>
                  </a:lnTo>
                  <a:lnTo>
                    <a:pt x="545441" y="935563"/>
                  </a:lnTo>
                  <a:lnTo>
                    <a:pt x="599727" y="946955"/>
                  </a:lnTo>
                  <a:lnTo>
                    <a:pt x="655650" y="956438"/>
                  </a:lnTo>
                  <a:lnTo>
                    <a:pt x="713079" y="963941"/>
                  </a:lnTo>
                  <a:lnTo>
                    <a:pt x="771879" y="969389"/>
                  </a:lnTo>
                  <a:lnTo>
                    <a:pt x="831918" y="972712"/>
                  </a:lnTo>
                  <a:lnTo>
                    <a:pt x="893064" y="973835"/>
                  </a:lnTo>
                  <a:lnTo>
                    <a:pt x="954213" y="972712"/>
                  </a:lnTo>
                  <a:lnTo>
                    <a:pt x="1014256" y="969389"/>
                  </a:lnTo>
                  <a:lnTo>
                    <a:pt x="1073059" y="963941"/>
                  </a:lnTo>
                  <a:lnTo>
                    <a:pt x="1130490" y="956438"/>
                  </a:lnTo>
                  <a:lnTo>
                    <a:pt x="1186415" y="946955"/>
                  </a:lnTo>
                  <a:lnTo>
                    <a:pt x="1240702" y="935563"/>
                  </a:lnTo>
                  <a:lnTo>
                    <a:pt x="1293218" y="922335"/>
                  </a:lnTo>
                  <a:lnTo>
                    <a:pt x="1343829" y="907344"/>
                  </a:lnTo>
                  <a:lnTo>
                    <a:pt x="1392403" y="890662"/>
                  </a:lnTo>
                  <a:lnTo>
                    <a:pt x="1438806" y="872362"/>
                  </a:lnTo>
                  <a:lnTo>
                    <a:pt x="1482907" y="852517"/>
                  </a:lnTo>
                  <a:lnTo>
                    <a:pt x="1524571" y="831199"/>
                  </a:lnTo>
                  <a:lnTo>
                    <a:pt x="1563666" y="808480"/>
                  </a:lnTo>
                  <a:lnTo>
                    <a:pt x="1600059" y="784434"/>
                  </a:lnTo>
                  <a:lnTo>
                    <a:pt x="1633617" y="759132"/>
                  </a:lnTo>
                  <a:lnTo>
                    <a:pt x="1664208" y="732648"/>
                  </a:lnTo>
                  <a:lnTo>
                    <a:pt x="1691697" y="705055"/>
                  </a:lnTo>
                  <a:lnTo>
                    <a:pt x="1736841" y="646827"/>
                  </a:lnTo>
                  <a:lnTo>
                    <a:pt x="1767985" y="585032"/>
                  </a:lnTo>
                  <a:lnTo>
                    <a:pt x="1784067" y="520248"/>
                  </a:lnTo>
                  <a:lnTo>
                    <a:pt x="1786127" y="486917"/>
                  </a:lnTo>
                  <a:lnTo>
                    <a:pt x="1784067" y="453587"/>
                  </a:lnTo>
                  <a:lnTo>
                    <a:pt x="1767985" y="388803"/>
                  </a:lnTo>
                  <a:lnTo>
                    <a:pt x="1736841" y="327008"/>
                  </a:lnTo>
                  <a:lnTo>
                    <a:pt x="1691697" y="268780"/>
                  </a:lnTo>
                  <a:lnTo>
                    <a:pt x="1664207" y="241187"/>
                  </a:lnTo>
                  <a:lnTo>
                    <a:pt x="1633617" y="214703"/>
                  </a:lnTo>
                  <a:lnTo>
                    <a:pt x="1600059" y="189401"/>
                  </a:lnTo>
                  <a:lnTo>
                    <a:pt x="1563666" y="165355"/>
                  </a:lnTo>
                  <a:lnTo>
                    <a:pt x="1524571" y="142636"/>
                  </a:lnTo>
                  <a:lnTo>
                    <a:pt x="1482907" y="121318"/>
                  </a:lnTo>
                  <a:lnTo>
                    <a:pt x="1438806" y="101473"/>
                  </a:lnTo>
                  <a:lnTo>
                    <a:pt x="1392403" y="83173"/>
                  </a:lnTo>
                  <a:lnTo>
                    <a:pt x="1343829" y="66491"/>
                  </a:lnTo>
                  <a:lnTo>
                    <a:pt x="1293218" y="51500"/>
                  </a:lnTo>
                  <a:lnTo>
                    <a:pt x="1240702" y="38272"/>
                  </a:lnTo>
                  <a:lnTo>
                    <a:pt x="1186415" y="26880"/>
                  </a:lnTo>
                  <a:lnTo>
                    <a:pt x="1130490" y="17397"/>
                  </a:lnTo>
                  <a:lnTo>
                    <a:pt x="1073059" y="9894"/>
                  </a:lnTo>
                  <a:lnTo>
                    <a:pt x="1014256" y="4446"/>
                  </a:lnTo>
                  <a:lnTo>
                    <a:pt x="954213" y="1123"/>
                  </a:lnTo>
                  <a:lnTo>
                    <a:pt x="893064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865" y="32765"/>
              <a:ext cx="1786255" cy="974090"/>
            </a:xfrm>
            <a:custGeom>
              <a:avLst/>
              <a:gdLst/>
              <a:ahLst/>
              <a:cxnLst/>
              <a:rect l="l" t="t" r="r" b="b"/>
              <a:pathLst>
                <a:path w="1786255" h="974090">
                  <a:moveTo>
                    <a:pt x="0" y="486917"/>
                  </a:moveTo>
                  <a:lnTo>
                    <a:pt x="8152" y="420858"/>
                  </a:lnTo>
                  <a:lnTo>
                    <a:pt x="31900" y="357496"/>
                  </a:lnTo>
                  <a:lnTo>
                    <a:pt x="70180" y="297412"/>
                  </a:lnTo>
                  <a:lnTo>
                    <a:pt x="121928" y="241187"/>
                  </a:lnTo>
                  <a:lnTo>
                    <a:pt x="152520" y="214703"/>
                  </a:lnTo>
                  <a:lnTo>
                    <a:pt x="186079" y="189401"/>
                  </a:lnTo>
                  <a:lnTo>
                    <a:pt x="222474" y="165355"/>
                  </a:lnTo>
                  <a:lnTo>
                    <a:pt x="261570" y="142636"/>
                  </a:lnTo>
                  <a:lnTo>
                    <a:pt x="303236" y="121318"/>
                  </a:lnTo>
                  <a:lnTo>
                    <a:pt x="347337" y="101473"/>
                  </a:lnTo>
                  <a:lnTo>
                    <a:pt x="393741" y="83173"/>
                  </a:lnTo>
                  <a:lnTo>
                    <a:pt x="442315" y="66491"/>
                  </a:lnTo>
                  <a:lnTo>
                    <a:pt x="492926" y="51500"/>
                  </a:lnTo>
                  <a:lnTo>
                    <a:pt x="545441" y="38272"/>
                  </a:lnTo>
                  <a:lnTo>
                    <a:pt x="599727" y="26880"/>
                  </a:lnTo>
                  <a:lnTo>
                    <a:pt x="655650" y="17397"/>
                  </a:lnTo>
                  <a:lnTo>
                    <a:pt x="713079" y="9894"/>
                  </a:lnTo>
                  <a:lnTo>
                    <a:pt x="771879" y="4446"/>
                  </a:lnTo>
                  <a:lnTo>
                    <a:pt x="831918" y="1123"/>
                  </a:lnTo>
                  <a:lnTo>
                    <a:pt x="893064" y="0"/>
                  </a:lnTo>
                  <a:lnTo>
                    <a:pt x="954213" y="1123"/>
                  </a:lnTo>
                  <a:lnTo>
                    <a:pt x="1014256" y="4446"/>
                  </a:lnTo>
                  <a:lnTo>
                    <a:pt x="1073059" y="9894"/>
                  </a:lnTo>
                  <a:lnTo>
                    <a:pt x="1130490" y="17397"/>
                  </a:lnTo>
                  <a:lnTo>
                    <a:pt x="1186415" y="26880"/>
                  </a:lnTo>
                  <a:lnTo>
                    <a:pt x="1240702" y="38272"/>
                  </a:lnTo>
                  <a:lnTo>
                    <a:pt x="1293218" y="51500"/>
                  </a:lnTo>
                  <a:lnTo>
                    <a:pt x="1343829" y="66491"/>
                  </a:lnTo>
                  <a:lnTo>
                    <a:pt x="1392403" y="83173"/>
                  </a:lnTo>
                  <a:lnTo>
                    <a:pt x="1438806" y="101473"/>
                  </a:lnTo>
                  <a:lnTo>
                    <a:pt x="1482907" y="121318"/>
                  </a:lnTo>
                  <a:lnTo>
                    <a:pt x="1524571" y="142636"/>
                  </a:lnTo>
                  <a:lnTo>
                    <a:pt x="1563666" y="165355"/>
                  </a:lnTo>
                  <a:lnTo>
                    <a:pt x="1600059" y="189401"/>
                  </a:lnTo>
                  <a:lnTo>
                    <a:pt x="1633617" y="214703"/>
                  </a:lnTo>
                  <a:lnTo>
                    <a:pt x="1664207" y="241187"/>
                  </a:lnTo>
                  <a:lnTo>
                    <a:pt x="1691697" y="268780"/>
                  </a:lnTo>
                  <a:lnTo>
                    <a:pt x="1736841" y="327008"/>
                  </a:lnTo>
                  <a:lnTo>
                    <a:pt x="1767985" y="388803"/>
                  </a:lnTo>
                  <a:lnTo>
                    <a:pt x="1784067" y="453587"/>
                  </a:lnTo>
                  <a:lnTo>
                    <a:pt x="1786127" y="486917"/>
                  </a:lnTo>
                  <a:lnTo>
                    <a:pt x="1784067" y="520248"/>
                  </a:lnTo>
                  <a:lnTo>
                    <a:pt x="1767985" y="585032"/>
                  </a:lnTo>
                  <a:lnTo>
                    <a:pt x="1736841" y="646827"/>
                  </a:lnTo>
                  <a:lnTo>
                    <a:pt x="1691697" y="705055"/>
                  </a:lnTo>
                  <a:lnTo>
                    <a:pt x="1664208" y="732648"/>
                  </a:lnTo>
                  <a:lnTo>
                    <a:pt x="1633617" y="759132"/>
                  </a:lnTo>
                  <a:lnTo>
                    <a:pt x="1600059" y="784434"/>
                  </a:lnTo>
                  <a:lnTo>
                    <a:pt x="1563666" y="808480"/>
                  </a:lnTo>
                  <a:lnTo>
                    <a:pt x="1524571" y="831199"/>
                  </a:lnTo>
                  <a:lnTo>
                    <a:pt x="1482907" y="852517"/>
                  </a:lnTo>
                  <a:lnTo>
                    <a:pt x="1438806" y="872362"/>
                  </a:lnTo>
                  <a:lnTo>
                    <a:pt x="1392403" y="890662"/>
                  </a:lnTo>
                  <a:lnTo>
                    <a:pt x="1343829" y="907344"/>
                  </a:lnTo>
                  <a:lnTo>
                    <a:pt x="1293218" y="922335"/>
                  </a:lnTo>
                  <a:lnTo>
                    <a:pt x="1240702" y="935563"/>
                  </a:lnTo>
                  <a:lnTo>
                    <a:pt x="1186415" y="946955"/>
                  </a:lnTo>
                  <a:lnTo>
                    <a:pt x="1130490" y="956438"/>
                  </a:lnTo>
                  <a:lnTo>
                    <a:pt x="1073059" y="963941"/>
                  </a:lnTo>
                  <a:lnTo>
                    <a:pt x="1014256" y="969389"/>
                  </a:lnTo>
                  <a:lnTo>
                    <a:pt x="954213" y="972712"/>
                  </a:lnTo>
                  <a:lnTo>
                    <a:pt x="893064" y="973835"/>
                  </a:lnTo>
                  <a:lnTo>
                    <a:pt x="831918" y="972712"/>
                  </a:lnTo>
                  <a:lnTo>
                    <a:pt x="771879" y="969389"/>
                  </a:lnTo>
                  <a:lnTo>
                    <a:pt x="713079" y="963941"/>
                  </a:lnTo>
                  <a:lnTo>
                    <a:pt x="655650" y="956438"/>
                  </a:lnTo>
                  <a:lnTo>
                    <a:pt x="599727" y="946955"/>
                  </a:lnTo>
                  <a:lnTo>
                    <a:pt x="545441" y="935563"/>
                  </a:lnTo>
                  <a:lnTo>
                    <a:pt x="492926" y="922335"/>
                  </a:lnTo>
                  <a:lnTo>
                    <a:pt x="442315" y="907344"/>
                  </a:lnTo>
                  <a:lnTo>
                    <a:pt x="393741" y="890662"/>
                  </a:lnTo>
                  <a:lnTo>
                    <a:pt x="347337" y="872362"/>
                  </a:lnTo>
                  <a:lnTo>
                    <a:pt x="303236" y="852517"/>
                  </a:lnTo>
                  <a:lnTo>
                    <a:pt x="261570" y="831199"/>
                  </a:lnTo>
                  <a:lnTo>
                    <a:pt x="222474" y="808480"/>
                  </a:lnTo>
                  <a:lnTo>
                    <a:pt x="186079" y="784434"/>
                  </a:lnTo>
                  <a:lnTo>
                    <a:pt x="152520" y="759132"/>
                  </a:lnTo>
                  <a:lnTo>
                    <a:pt x="121928" y="732648"/>
                  </a:lnTo>
                  <a:lnTo>
                    <a:pt x="94437" y="705055"/>
                  </a:lnTo>
                  <a:lnTo>
                    <a:pt x="49290" y="646827"/>
                  </a:lnTo>
                  <a:lnTo>
                    <a:pt x="18143" y="585032"/>
                  </a:lnTo>
                  <a:lnTo>
                    <a:pt x="2060" y="520248"/>
                  </a:lnTo>
                  <a:lnTo>
                    <a:pt x="0" y="486917"/>
                  </a:lnTo>
                  <a:close/>
                </a:path>
              </a:pathLst>
            </a:custGeom>
            <a:ln w="25908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50291" y="303403"/>
            <a:ext cx="1024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 b="1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4195" y="4649774"/>
            <a:ext cx="1969135" cy="1372870"/>
            <a:chOff x="7664195" y="4649774"/>
            <a:chExt cx="1969135" cy="13728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4195" y="4649774"/>
              <a:ext cx="1968627" cy="13727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4131" y="4872227"/>
              <a:ext cx="1433702" cy="99013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11439" y="4674107"/>
              <a:ext cx="1884045" cy="1287780"/>
            </a:xfrm>
            <a:custGeom>
              <a:avLst/>
              <a:gdLst/>
              <a:ahLst/>
              <a:cxnLst/>
              <a:rect l="l" t="t" r="r" b="b"/>
              <a:pathLst>
                <a:path w="1884045" h="1287779">
                  <a:moveTo>
                    <a:pt x="941831" y="0"/>
                  </a:moveTo>
                  <a:lnTo>
                    <a:pt x="884454" y="1175"/>
                  </a:lnTo>
                  <a:lnTo>
                    <a:pt x="827987" y="4655"/>
                  </a:lnTo>
                  <a:lnTo>
                    <a:pt x="772527" y="10374"/>
                  </a:lnTo>
                  <a:lnTo>
                    <a:pt x="718175" y="18263"/>
                  </a:lnTo>
                  <a:lnTo>
                    <a:pt x="665027" y="28256"/>
                  </a:lnTo>
                  <a:lnTo>
                    <a:pt x="613183" y="40284"/>
                  </a:lnTo>
                  <a:lnTo>
                    <a:pt x="562741" y="54281"/>
                  </a:lnTo>
                  <a:lnTo>
                    <a:pt x="513799" y="70180"/>
                  </a:lnTo>
                  <a:lnTo>
                    <a:pt x="466456" y="87912"/>
                  </a:lnTo>
                  <a:lnTo>
                    <a:pt x="420811" y="107410"/>
                  </a:lnTo>
                  <a:lnTo>
                    <a:pt x="376962" y="128608"/>
                  </a:lnTo>
                  <a:lnTo>
                    <a:pt x="335008" y="151438"/>
                  </a:lnTo>
                  <a:lnTo>
                    <a:pt x="295046" y="175832"/>
                  </a:lnTo>
                  <a:lnTo>
                    <a:pt x="257176" y="201723"/>
                  </a:lnTo>
                  <a:lnTo>
                    <a:pt x="221496" y="229044"/>
                  </a:lnTo>
                  <a:lnTo>
                    <a:pt x="188104" y="257727"/>
                  </a:lnTo>
                  <a:lnTo>
                    <a:pt x="157099" y="287705"/>
                  </a:lnTo>
                  <a:lnTo>
                    <a:pt x="128580" y="318911"/>
                  </a:lnTo>
                  <a:lnTo>
                    <a:pt x="102644" y="351277"/>
                  </a:lnTo>
                  <a:lnTo>
                    <a:pt x="79391" y="384735"/>
                  </a:lnTo>
                  <a:lnTo>
                    <a:pt x="58919" y="419220"/>
                  </a:lnTo>
                  <a:lnTo>
                    <a:pt x="41326" y="454662"/>
                  </a:lnTo>
                  <a:lnTo>
                    <a:pt x="26711" y="490996"/>
                  </a:lnTo>
                  <a:lnTo>
                    <a:pt x="15173" y="528152"/>
                  </a:lnTo>
                  <a:lnTo>
                    <a:pt x="6809" y="566065"/>
                  </a:lnTo>
                  <a:lnTo>
                    <a:pt x="1718" y="604667"/>
                  </a:lnTo>
                  <a:lnTo>
                    <a:pt x="0" y="643890"/>
                  </a:lnTo>
                  <a:lnTo>
                    <a:pt x="1718" y="683114"/>
                  </a:lnTo>
                  <a:lnTo>
                    <a:pt x="6809" y="721716"/>
                  </a:lnTo>
                  <a:lnTo>
                    <a:pt x="15173" y="759630"/>
                  </a:lnTo>
                  <a:lnTo>
                    <a:pt x="26711" y="796788"/>
                  </a:lnTo>
                  <a:lnTo>
                    <a:pt x="41326" y="833121"/>
                  </a:lnTo>
                  <a:lnTo>
                    <a:pt x="58919" y="868564"/>
                  </a:lnTo>
                  <a:lnTo>
                    <a:pt x="79391" y="903049"/>
                  </a:lnTo>
                  <a:lnTo>
                    <a:pt x="102644" y="936508"/>
                  </a:lnTo>
                  <a:lnTo>
                    <a:pt x="128580" y="968874"/>
                  </a:lnTo>
                  <a:lnTo>
                    <a:pt x="157099" y="1000080"/>
                  </a:lnTo>
                  <a:lnTo>
                    <a:pt x="188104" y="1030058"/>
                  </a:lnTo>
                  <a:lnTo>
                    <a:pt x="221496" y="1058740"/>
                  </a:lnTo>
                  <a:lnTo>
                    <a:pt x="257176" y="1086061"/>
                  </a:lnTo>
                  <a:lnTo>
                    <a:pt x="295046" y="1111952"/>
                  </a:lnTo>
                  <a:lnTo>
                    <a:pt x="335008" y="1136345"/>
                  </a:lnTo>
                  <a:lnTo>
                    <a:pt x="376962" y="1159175"/>
                  </a:lnTo>
                  <a:lnTo>
                    <a:pt x="420811" y="1180372"/>
                  </a:lnTo>
                  <a:lnTo>
                    <a:pt x="466456" y="1199870"/>
                  </a:lnTo>
                  <a:lnTo>
                    <a:pt x="513799" y="1217602"/>
                  </a:lnTo>
                  <a:lnTo>
                    <a:pt x="562741" y="1233500"/>
                  </a:lnTo>
                  <a:lnTo>
                    <a:pt x="613183" y="1247496"/>
                  </a:lnTo>
                  <a:lnTo>
                    <a:pt x="665027" y="1259524"/>
                  </a:lnTo>
                  <a:lnTo>
                    <a:pt x="718175" y="1269517"/>
                  </a:lnTo>
                  <a:lnTo>
                    <a:pt x="772527" y="1277406"/>
                  </a:lnTo>
                  <a:lnTo>
                    <a:pt x="827987" y="1283124"/>
                  </a:lnTo>
                  <a:lnTo>
                    <a:pt x="884454" y="1286604"/>
                  </a:lnTo>
                  <a:lnTo>
                    <a:pt x="941831" y="1287780"/>
                  </a:lnTo>
                  <a:lnTo>
                    <a:pt x="999209" y="1286604"/>
                  </a:lnTo>
                  <a:lnTo>
                    <a:pt x="1055676" y="1283124"/>
                  </a:lnTo>
                  <a:lnTo>
                    <a:pt x="1111136" y="1277406"/>
                  </a:lnTo>
                  <a:lnTo>
                    <a:pt x="1165488" y="1269517"/>
                  </a:lnTo>
                  <a:lnTo>
                    <a:pt x="1218636" y="1259524"/>
                  </a:lnTo>
                  <a:lnTo>
                    <a:pt x="1270480" y="1247496"/>
                  </a:lnTo>
                  <a:lnTo>
                    <a:pt x="1320922" y="1233500"/>
                  </a:lnTo>
                  <a:lnTo>
                    <a:pt x="1369864" y="1217602"/>
                  </a:lnTo>
                  <a:lnTo>
                    <a:pt x="1417207" y="1199870"/>
                  </a:lnTo>
                  <a:lnTo>
                    <a:pt x="1462852" y="1180372"/>
                  </a:lnTo>
                  <a:lnTo>
                    <a:pt x="1506701" y="1159175"/>
                  </a:lnTo>
                  <a:lnTo>
                    <a:pt x="1548655" y="1136345"/>
                  </a:lnTo>
                  <a:lnTo>
                    <a:pt x="1588617" y="1111952"/>
                  </a:lnTo>
                  <a:lnTo>
                    <a:pt x="1626487" y="1086061"/>
                  </a:lnTo>
                  <a:lnTo>
                    <a:pt x="1662167" y="1058740"/>
                  </a:lnTo>
                  <a:lnTo>
                    <a:pt x="1695559" y="1030058"/>
                  </a:lnTo>
                  <a:lnTo>
                    <a:pt x="1726564" y="1000080"/>
                  </a:lnTo>
                  <a:lnTo>
                    <a:pt x="1755083" y="968874"/>
                  </a:lnTo>
                  <a:lnTo>
                    <a:pt x="1781019" y="936508"/>
                  </a:lnTo>
                  <a:lnTo>
                    <a:pt x="1804272" y="903049"/>
                  </a:lnTo>
                  <a:lnTo>
                    <a:pt x="1824744" y="868564"/>
                  </a:lnTo>
                  <a:lnTo>
                    <a:pt x="1842337" y="833121"/>
                  </a:lnTo>
                  <a:lnTo>
                    <a:pt x="1856952" y="796788"/>
                  </a:lnTo>
                  <a:lnTo>
                    <a:pt x="1868490" y="759630"/>
                  </a:lnTo>
                  <a:lnTo>
                    <a:pt x="1876854" y="721716"/>
                  </a:lnTo>
                  <a:lnTo>
                    <a:pt x="1881945" y="683114"/>
                  </a:lnTo>
                  <a:lnTo>
                    <a:pt x="1883663" y="643890"/>
                  </a:lnTo>
                  <a:lnTo>
                    <a:pt x="1881945" y="604667"/>
                  </a:lnTo>
                  <a:lnTo>
                    <a:pt x="1876854" y="566065"/>
                  </a:lnTo>
                  <a:lnTo>
                    <a:pt x="1868490" y="528152"/>
                  </a:lnTo>
                  <a:lnTo>
                    <a:pt x="1856952" y="490996"/>
                  </a:lnTo>
                  <a:lnTo>
                    <a:pt x="1842337" y="454662"/>
                  </a:lnTo>
                  <a:lnTo>
                    <a:pt x="1824744" y="419220"/>
                  </a:lnTo>
                  <a:lnTo>
                    <a:pt x="1804272" y="384735"/>
                  </a:lnTo>
                  <a:lnTo>
                    <a:pt x="1781019" y="351277"/>
                  </a:lnTo>
                  <a:lnTo>
                    <a:pt x="1755083" y="318911"/>
                  </a:lnTo>
                  <a:lnTo>
                    <a:pt x="1726564" y="287705"/>
                  </a:lnTo>
                  <a:lnTo>
                    <a:pt x="1695559" y="257727"/>
                  </a:lnTo>
                  <a:lnTo>
                    <a:pt x="1662167" y="229044"/>
                  </a:lnTo>
                  <a:lnTo>
                    <a:pt x="1626487" y="201723"/>
                  </a:lnTo>
                  <a:lnTo>
                    <a:pt x="1588617" y="175832"/>
                  </a:lnTo>
                  <a:lnTo>
                    <a:pt x="1548655" y="151438"/>
                  </a:lnTo>
                  <a:lnTo>
                    <a:pt x="1506701" y="128608"/>
                  </a:lnTo>
                  <a:lnTo>
                    <a:pt x="1462852" y="107410"/>
                  </a:lnTo>
                  <a:lnTo>
                    <a:pt x="1417207" y="87912"/>
                  </a:lnTo>
                  <a:lnTo>
                    <a:pt x="1369864" y="70180"/>
                  </a:lnTo>
                  <a:lnTo>
                    <a:pt x="1320922" y="54281"/>
                  </a:lnTo>
                  <a:lnTo>
                    <a:pt x="1270480" y="40284"/>
                  </a:lnTo>
                  <a:lnTo>
                    <a:pt x="1218636" y="28256"/>
                  </a:lnTo>
                  <a:lnTo>
                    <a:pt x="1165488" y="18263"/>
                  </a:lnTo>
                  <a:lnTo>
                    <a:pt x="1111136" y="10374"/>
                  </a:lnTo>
                  <a:lnTo>
                    <a:pt x="1055676" y="4655"/>
                  </a:lnTo>
                  <a:lnTo>
                    <a:pt x="999209" y="1175"/>
                  </a:lnTo>
                  <a:lnTo>
                    <a:pt x="94183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711439" y="4674107"/>
              <a:ext cx="1884045" cy="1287780"/>
            </a:xfrm>
            <a:custGeom>
              <a:avLst/>
              <a:gdLst/>
              <a:ahLst/>
              <a:cxnLst/>
              <a:rect l="l" t="t" r="r" b="b"/>
              <a:pathLst>
                <a:path w="1884045" h="1287779">
                  <a:moveTo>
                    <a:pt x="0" y="643890"/>
                  </a:moveTo>
                  <a:lnTo>
                    <a:pt x="1718" y="604667"/>
                  </a:lnTo>
                  <a:lnTo>
                    <a:pt x="6809" y="566065"/>
                  </a:lnTo>
                  <a:lnTo>
                    <a:pt x="15173" y="528152"/>
                  </a:lnTo>
                  <a:lnTo>
                    <a:pt x="26711" y="490996"/>
                  </a:lnTo>
                  <a:lnTo>
                    <a:pt x="41326" y="454662"/>
                  </a:lnTo>
                  <a:lnTo>
                    <a:pt x="58919" y="419220"/>
                  </a:lnTo>
                  <a:lnTo>
                    <a:pt x="79391" y="384735"/>
                  </a:lnTo>
                  <a:lnTo>
                    <a:pt x="102644" y="351277"/>
                  </a:lnTo>
                  <a:lnTo>
                    <a:pt x="128580" y="318911"/>
                  </a:lnTo>
                  <a:lnTo>
                    <a:pt x="157099" y="287705"/>
                  </a:lnTo>
                  <a:lnTo>
                    <a:pt x="188104" y="257727"/>
                  </a:lnTo>
                  <a:lnTo>
                    <a:pt x="221496" y="229044"/>
                  </a:lnTo>
                  <a:lnTo>
                    <a:pt x="257176" y="201723"/>
                  </a:lnTo>
                  <a:lnTo>
                    <a:pt x="295046" y="175832"/>
                  </a:lnTo>
                  <a:lnTo>
                    <a:pt x="335008" y="151438"/>
                  </a:lnTo>
                  <a:lnTo>
                    <a:pt x="376962" y="128608"/>
                  </a:lnTo>
                  <a:lnTo>
                    <a:pt x="420811" y="107410"/>
                  </a:lnTo>
                  <a:lnTo>
                    <a:pt x="466456" y="87912"/>
                  </a:lnTo>
                  <a:lnTo>
                    <a:pt x="513799" y="70180"/>
                  </a:lnTo>
                  <a:lnTo>
                    <a:pt x="562741" y="54281"/>
                  </a:lnTo>
                  <a:lnTo>
                    <a:pt x="613183" y="40284"/>
                  </a:lnTo>
                  <a:lnTo>
                    <a:pt x="665027" y="28256"/>
                  </a:lnTo>
                  <a:lnTo>
                    <a:pt x="718175" y="18263"/>
                  </a:lnTo>
                  <a:lnTo>
                    <a:pt x="772527" y="10374"/>
                  </a:lnTo>
                  <a:lnTo>
                    <a:pt x="827987" y="4655"/>
                  </a:lnTo>
                  <a:lnTo>
                    <a:pt x="884454" y="1175"/>
                  </a:lnTo>
                  <a:lnTo>
                    <a:pt x="941831" y="0"/>
                  </a:lnTo>
                  <a:lnTo>
                    <a:pt x="999209" y="1175"/>
                  </a:lnTo>
                  <a:lnTo>
                    <a:pt x="1055676" y="4655"/>
                  </a:lnTo>
                  <a:lnTo>
                    <a:pt x="1111136" y="10374"/>
                  </a:lnTo>
                  <a:lnTo>
                    <a:pt x="1165488" y="18263"/>
                  </a:lnTo>
                  <a:lnTo>
                    <a:pt x="1218636" y="28256"/>
                  </a:lnTo>
                  <a:lnTo>
                    <a:pt x="1270480" y="40284"/>
                  </a:lnTo>
                  <a:lnTo>
                    <a:pt x="1320922" y="54281"/>
                  </a:lnTo>
                  <a:lnTo>
                    <a:pt x="1369864" y="70180"/>
                  </a:lnTo>
                  <a:lnTo>
                    <a:pt x="1417207" y="87912"/>
                  </a:lnTo>
                  <a:lnTo>
                    <a:pt x="1462852" y="107410"/>
                  </a:lnTo>
                  <a:lnTo>
                    <a:pt x="1506701" y="128608"/>
                  </a:lnTo>
                  <a:lnTo>
                    <a:pt x="1548655" y="151438"/>
                  </a:lnTo>
                  <a:lnTo>
                    <a:pt x="1588617" y="175832"/>
                  </a:lnTo>
                  <a:lnTo>
                    <a:pt x="1626487" y="201723"/>
                  </a:lnTo>
                  <a:lnTo>
                    <a:pt x="1662167" y="229044"/>
                  </a:lnTo>
                  <a:lnTo>
                    <a:pt x="1695559" y="257727"/>
                  </a:lnTo>
                  <a:lnTo>
                    <a:pt x="1726564" y="287705"/>
                  </a:lnTo>
                  <a:lnTo>
                    <a:pt x="1755083" y="318911"/>
                  </a:lnTo>
                  <a:lnTo>
                    <a:pt x="1781019" y="351277"/>
                  </a:lnTo>
                  <a:lnTo>
                    <a:pt x="1804272" y="384735"/>
                  </a:lnTo>
                  <a:lnTo>
                    <a:pt x="1824744" y="419220"/>
                  </a:lnTo>
                  <a:lnTo>
                    <a:pt x="1842337" y="454662"/>
                  </a:lnTo>
                  <a:lnTo>
                    <a:pt x="1856952" y="490996"/>
                  </a:lnTo>
                  <a:lnTo>
                    <a:pt x="1868490" y="528152"/>
                  </a:lnTo>
                  <a:lnTo>
                    <a:pt x="1876854" y="566065"/>
                  </a:lnTo>
                  <a:lnTo>
                    <a:pt x="1881945" y="604667"/>
                  </a:lnTo>
                  <a:lnTo>
                    <a:pt x="1883663" y="643890"/>
                  </a:lnTo>
                  <a:lnTo>
                    <a:pt x="1881945" y="683114"/>
                  </a:lnTo>
                  <a:lnTo>
                    <a:pt x="1876854" y="721716"/>
                  </a:lnTo>
                  <a:lnTo>
                    <a:pt x="1868490" y="759630"/>
                  </a:lnTo>
                  <a:lnTo>
                    <a:pt x="1856952" y="796788"/>
                  </a:lnTo>
                  <a:lnTo>
                    <a:pt x="1842337" y="833121"/>
                  </a:lnTo>
                  <a:lnTo>
                    <a:pt x="1824744" y="868564"/>
                  </a:lnTo>
                  <a:lnTo>
                    <a:pt x="1804272" y="903049"/>
                  </a:lnTo>
                  <a:lnTo>
                    <a:pt x="1781019" y="936508"/>
                  </a:lnTo>
                  <a:lnTo>
                    <a:pt x="1755083" y="968874"/>
                  </a:lnTo>
                  <a:lnTo>
                    <a:pt x="1726564" y="1000080"/>
                  </a:lnTo>
                  <a:lnTo>
                    <a:pt x="1695559" y="1030058"/>
                  </a:lnTo>
                  <a:lnTo>
                    <a:pt x="1662167" y="1058740"/>
                  </a:lnTo>
                  <a:lnTo>
                    <a:pt x="1626487" y="1086061"/>
                  </a:lnTo>
                  <a:lnTo>
                    <a:pt x="1588617" y="1111952"/>
                  </a:lnTo>
                  <a:lnTo>
                    <a:pt x="1548655" y="1136345"/>
                  </a:lnTo>
                  <a:lnTo>
                    <a:pt x="1506701" y="1159175"/>
                  </a:lnTo>
                  <a:lnTo>
                    <a:pt x="1462852" y="1180372"/>
                  </a:lnTo>
                  <a:lnTo>
                    <a:pt x="1417207" y="1199870"/>
                  </a:lnTo>
                  <a:lnTo>
                    <a:pt x="1369864" y="1217602"/>
                  </a:lnTo>
                  <a:lnTo>
                    <a:pt x="1320922" y="1233500"/>
                  </a:lnTo>
                  <a:lnTo>
                    <a:pt x="1270480" y="1247496"/>
                  </a:lnTo>
                  <a:lnTo>
                    <a:pt x="1218636" y="1259524"/>
                  </a:lnTo>
                  <a:lnTo>
                    <a:pt x="1165488" y="1269517"/>
                  </a:lnTo>
                  <a:lnTo>
                    <a:pt x="1111136" y="1277406"/>
                  </a:lnTo>
                  <a:lnTo>
                    <a:pt x="1055676" y="1283124"/>
                  </a:lnTo>
                  <a:lnTo>
                    <a:pt x="999209" y="1286604"/>
                  </a:lnTo>
                  <a:lnTo>
                    <a:pt x="941831" y="1287780"/>
                  </a:lnTo>
                  <a:lnTo>
                    <a:pt x="884454" y="1286604"/>
                  </a:lnTo>
                  <a:lnTo>
                    <a:pt x="827987" y="1283124"/>
                  </a:lnTo>
                  <a:lnTo>
                    <a:pt x="772527" y="1277406"/>
                  </a:lnTo>
                  <a:lnTo>
                    <a:pt x="718175" y="1269517"/>
                  </a:lnTo>
                  <a:lnTo>
                    <a:pt x="665027" y="1259524"/>
                  </a:lnTo>
                  <a:lnTo>
                    <a:pt x="613183" y="1247496"/>
                  </a:lnTo>
                  <a:lnTo>
                    <a:pt x="562741" y="1233500"/>
                  </a:lnTo>
                  <a:lnTo>
                    <a:pt x="513799" y="1217602"/>
                  </a:lnTo>
                  <a:lnTo>
                    <a:pt x="466456" y="1199870"/>
                  </a:lnTo>
                  <a:lnTo>
                    <a:pt x="420811" y="1180372"/>
                  </a:lnTo>
                  <a:lnTo>
                    <a:pt x="376962" y="1159175"/>
                  </a:lnTo>
                  <a:lnTo>
                    <a:pt x="335008" y="1136345"/>
                  </a:lnTo>
                  <a:lnTo>
                    <a:pt x="295046" y="1111952"/>
                  </a:lnTo>
                  <a:lnTo>
                    <a:pt x="257176" y="1086061"/>
                  </a:lnTo>
                  <a:lnTo>
                    <a:pt x="221496" y="1058740"/>
                  </a:lnTo>
                  <a:lnTo>
                    <a:pt x="188104" y="1030058"/>
                  </a:lnTo>
                  <a:lnTo>
                    <a:pt x="157099" y="1000080"/>
                  </a:lnTo>
                  <a:lnTo>
                    <a:pt x="128580" y="968874"/>
                  </a:lnTo>
                  <a:lnTo>
                    <a:pt x="102644" y="936508"/>
                  </a:lnTo>
                  <a:lnTo>
                    <a:pt x="79391" y="903049"/>
                  </a:lnTo>
                  <a:lnTo>
                    <a:pt x="58919" y="868564"/>
                  </a:lnTo>
                  <a:lnTo>
                    <a:pt x="41326" y="833121"/>
                  </a:lnTo>
                  <a:lnTo>
                    <a:pt x="26711" y="796788"/>
                  </a:lnTo>
                  <a:lnTo>
                    <a:pt x="15173" y="759630"/>
                  </a:lnTo>
                  <a:lnTo>
                    <a:pt x="6809" y="721716"/>
                  </a:lnTo>
                  <a:lnTo>
                    <a:pt x="1718" y="683114"/>
                  </a:lnTo>
                  <a:lnTo>
                    <a:pt x="0" y="64389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24383" y="56388"/>
            <a:ext cx="12080875" cy="3788410"/>
            <a:chOff x="24383" y="56388"/>
            <a:chExt cx="12080875" cy="3788410"/>
          </a:xfrm>
        </p:grpSpPr>
        <p:pic>
          <p:nvPicPr>
            <p:cNvPr id="14" name="object 14" descr="https://www.sih.gov.in/img1/SIH-Logo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1991" y="56388"/>
              <a:ext cx="2208276" cy="11231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3" y="1085088"/>
              <a:ext cx="12062079" cy="17080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103" y="1107948"/>
              <a:ext cx="11980545" cy="1626235"/>
            </a:xfrm>
            <a:custGeom>
              <a:avLst/>
              <a:gdLst/>
              <a:ahLst/>
              <a:cxnLst/>
              <a:rect l="l" t="t" r="r" b="b"/>
              <a:pathLst>
                <a:path w="11980545" h="1626235">
                  <a:moveTo>
                    <a:pt x="0" y="1626107"/>
                  </a:moveTo>
                  <a:lnTo>
                    <a:pt x="11980164" y="1626107"/>
                  </a:lnTo>
                  <a:lnTo>
                    <a:pt x="11980164" y="0"/>
                  </a:lnTo>
                  <a:lnTo>
                    <a:pt x="0" y="0"/>
                  </a:lnTo>
                  <a:lnTo>
                    <a:pt x="0" y="1626107"/>
                  </a:lnTo>
                  <a:close/>
                </a:path>
              </a:pathLst>
            </a:custGeom>
            <a:ln w="609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4499" y="2784398"/>
              <a:ext cx="6580251" cy="10482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42787" y="2811729"/>
              <a:ext cx="6386702" cy="103294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71743" y="2808732"/>
              <a:ext cx="6495415" cy="963294"/>
            </a:xfrm>
            <a:custGeom>
              <a:avLst/>
              <a:gdLst/>
              <a:ahLst/>
              <a:cxnLst/>
              <a:rect l="l" t="t" r="r" b="b"/>
              <a:pathLst>
                <a:path w="6495415" h="963295">
                  <a:moveTo>
                    <a:pt x="6334759" y="0"/>
                  </a:moveTo>
                  <a:lnTo>
                    <a:pt x="160527" y="0"/>
                  </a:lnTo>
                  <a:lnTo>
                    <a:pt x="109793" y="8184"/>
                  </a:lnTo>
                  <a:lnTo>
                    <a:pt x="65727" y="30975"/>
                  </a:lnTo>
                  <a:lnTo>
                    <a:pt x="30975" y="65727"/>
                  </a:lnTo>
                  <a:lnTo>
                    <a:pt x="8184" y="109793"/>
                  </a:lnTo>
                  <a:lnTo>
                    <a:pt x="0" y="160527"/>
                  </a:lnTo>
                  <a:lnTo>
                    <a:pt x="0" y="802639"/>
                  </a:lnTo>
                  <a:lnTo>
                    <a:pt x="8184" y="853374"/>
                  </a:lnTo>
                  <a:lnTo>
                    <a:pt x="30975" y="897440"/>
                  </a:lnTo>
                  <a:lnTo>
                    <a:pt x="65727" y="932192"/>
                  </a:lnTo>
                  <a:lnTo>
                    <a:pt x="109793" y="954983"/>
                  </a:lnTo>
                  <a:lnTo>
                    <a:pt x="160527" y="963167"/>
                  </a:lnTo>
                  <a:lnTo>
                    <a:pt x="6334759" y="963167"/>
                  </a:lnTo>
                  <a:lnTo>
                    <a:pt x="6385494" y="954983"/>
                  </a:lnTo>
                  <a:lnTo>
                    <a:pt x="6429560" y="932192"/>
                  </a:lnTo>
                  <a:lnTo>
                    <a:pt x="6464312" y="897440"/>
                  </a:lnTo>
                  <a:lnTo>
                    <a:pt x="6487103" y="853374"/>
                  </a:lnTo>
                  <a:lnTo>
                    <a:pt x="6495287" y="802639"/>
                  </a:lnTo>
                  <a:lnTo>
                    <a:pt x="6495287" y="160527"/>
                  </a:lnTo>
                  <a:lnTo>
                    <a:pt x="6487103" y="109793"/>
                  </a:lnTo>
                  <a:lnTo>
                    <a:pt x="6464312" y="65727"/>
                  </a:lnTo>
                  <a:lnTo>
                    <a:pt x="6429560" y="30975"/>
                  </a:lnTo>
                  <a:lnTo>
                    <a:pt x="6385494" y="8184"/>
                  </a:lnTo>
                  <a:lnTo>
                    <a:pt x="6334759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71743" y="2808732"/>
              <a:ext cx="6495415" cy="963294"/>
            </a:xfrm>
            <a:custGeom>
              <a:avLst/>
              <a:gdLst/>
              <a:ahLst/>
              <a:cxnLst/>
              <a:rect l="l" t="t" r="r" b="b"/>
              <a:pathLst>
                <a:path w="6495415" h="963295">
                  <a:moveTo>
                    <a:pt x="0" y="160527"/>
                  </a:moveTo>
                  <a:lnTo>
                    <a:pt x="8184" y="109793"/>
                  </a:lnTo>
                  <a:lnTo>
                    <a:pt x="30975" y="65727"/>
                  </a:lnTo>
                  <a:lnTo>
                    <a:pt x="65727" y="30975"/>
                  </a:lnTo>
                  <a:lnTo>
                    <a:pt x="109793" y="8184"/>
                  </a:lnTo>
                  <a:lnTo>
                    <a:pt x="160527" y="0"/>
                  </a:lnTo>
                  <a:lnTo>
                    <a:pt x="6334759" y="0"/>
                  </a:lnTo>
                  <a:lnTo>
                    <a:pt x="6385494" y="8184"/>
                  </a:lnTo>
                  <a:lnTo>
                    <a:pt x="6429560" y="30975"/>
                  </a:lnTo>
                  <a:lnTo>
                    <a:pt x="6464312" y="65727"/>
                  </a:lnTo>
                  <a:lnTo>
                    <a:pt x="6487103" y="109793"/>
                  </a:lnTo>
                  <a:lnTo>
                    <a:pt x="6495287" y="160527"/>
                  </a:lnTo>
                  <a:lnTo>
                    <a:pt x="6495287" y="802639"/>
                  </a:lnTo>
                  <a:lnTo>
                    <a:pt x="6487103" y="853374"/>
                  </a:lnTo>
                  <a:lnTo>
                    <a:pt x="6464312" y="897440"/>
                  </a:lnTo>
                  <a:lnTo>
                    <a:pt x="6429560" y="932192"/>
                  </a:lnTo>
                  <a:lnTo>
                    <a:pt x="6385494" y="954983"/>
                  </a:lnTo>
                  <a:lnTo>
                    <a:pt x="6334759" y="963167"/>
                  </a:lnTo>
                  <a:lnTo>
                    <a:pt x="160527" y="963167"/>
                  </a:lnTo>
                  <a:lnTo>
                    <a:pt x="109793" y="954983"/>
                  </a:lnTo>
                  <a:lnTo>
                    <a:pt x="65727" y="932192"/>
                  </a:lnTo>
                  <a:lnTo>
                    <a:pt x="30975" y="897440"/>
                  </a:lnTo>
                  <a:lnTo>
                    <a:pt x="8184" y="853374"/>
                  </a:lnTo>
                  <a:lnTo>
                    <a:pt x="0" y="802639"/>
                  </a:lnTo>
                  <a:lnTo>
                    <a:pt x="0" y="16052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066913" y="4928361"/>
            <a:ext cx="113919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alibri"/>
                <a:cs typeface="Calibri"/>
              </a:rPr>
              <a:t>INNOVATION</a:t>
            </a:r>
            <a:endParaRPr sz="1600">
              <a:latin typeface="Calibri"/>
              <a:cs typeface="Calibri"/>
            </a:endParaRPr>
          </a:p>
          <a:p>
            <a:pPr algn="ctr" marL="12700" marR="5080" indent="-50165">
              <a:lnSpc>
                <a:spcPct val="100000"/>
              </a:lnSpc>
            </a:pPr>
            <a:r>
              <a:rPr dirty="0" sz="1600" spc="-50" b="1">
                <a:latin typeface="Calibri"/>
                <a:cs typeface="Calibri"/>
              </a:rPr>
              <a:t>&amp; </a:t>
            </a:r>
            <a:r>
              <a:rPr dirty="0" sz="1600" spc="-10" b="1">
                <a:latin typeface="Calibri"/>
                <a:cs typeface="Calibri"/>
              </a:rPr>
              <a:t>UNIQUENESS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799319" y="3965384"/>
            <a:ext cx="2327275" cy="1141095"/>
            <a:chOff x="9799319" y="3965384"/>
            <a:chExt cx="2327275" cy="1141095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99319" y="3965384"/>
              <a:ext cx="2326767" cy="11410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50195" y="4087380"/>
              <a:ext cx="2058543" cy="9444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846563" y="3989831"/>
              <a:ext cx="2242185" cy="1056640"/>
            </a:xfrm>
            <a:custGeom>
              <a:avLst/>
              <a:gdLst/>
              <a:ahLst/>
              <a:cxnLst/>
              <a:rect l="l" t="t" r="r" b="b"/>
              <a:pathLst>
                <a:path w="2242184" h="1056639">
                  <a:moveTo>
                    <a:pt x="2065781" y="0"/>
                  </a:moveTo>
                  <a:lnTo>
                    <a:pt x="176021" y="0"/>
                  </a:lnTo>
                  <a:lnTo>
                    <a:pt x="129248" y="6291"/>
                  </a:lnTo>
                  <a:lnTo>
                    <a:pt x="87206" y="24045"/>
                  </a:lnTo>
                  <a:lnTo>
                    <a:pt x="51577" y="51577"/>
                  </a:lnTo>
                  <a:lnTo>
                    <a:pt x="24045" y="87206"/>
                  </a:lnTo>
                  <a:lnTo>
                    <a:pt x="6291" y="129248"/>
                  </a:lnTo>
                  <a:lnTo>
                    <a:pt x="0" y="176022"/>
                  </a:lnTo>
                  <a:lnTo>
                    <a:pt x="0" y="880110"/>
                  </a:lnTo>
                  <a:lnTo>
                    <a:pt x="6291" y="926883"/>
                  </a:lnTo>
                  <a:lnTo>
                    <a:pt x="24045" y="968925"/>
                  </a:lnTo>
                  <a:lnTo>
                    <a:pt x="51577" y="1004554"/>
                  </a:lnTo>
                  <a:lnTo>
                    <a:pt x="87206" y="1032086"/>
                  </a:lnTo>
                  <a:lnTo>
                    <a:pt x="129248" y="1049840"/>
                  </a:lnTo>
                  <a:lnTo>
                    <a:pt x="176021" y="1056132"/>
                  </a:lnTo>
                  <a:lnTo>
                    <a:pt x="2065781" y="1056132"/>
                  </a:lnTo>
                  <a:lnTo>
                    <a:pt x="2112555" y="1049840"/>
                  </a:lnTo>
                  <a:lnTo>
                    <a:pt x="2154597" y="1032086"/>
                  </a:lnTo>
                  <a:lnTo>
                    <a:pt x="2190226" y="1004554"/>
                  </a:lnTo>
                  <a:lnTo>
                    <a:pt x="2217758" y="968925"/>
                  </a:lnTo>
                  <a:lnTo>
                    <a:pt x="2235512" y="926883"/>
                  </a:lnTo>
                  <a:lnTo>
                    <a:pt x="2241804" y="880110"/>
                  </a:lnTo>
                  <a:lnTo>
                    <a:pt x="2241804" y="176022"/>
                  </a:lnTo>
                  <a:lnTo>
                    <a:pt x="2235512" y="129248"/>
                  </a:lnTo>
                  <a:lnTo>
                    <a:pt x="2217758" y="87206"/>
                  </a:lnTo>
                  <a:lnTo>
                    <a:pt x="2190226" y="51577"/>
                  </a:lnTo>
                  <a:lnTo>
                    <a:pt x="2154597" y="24045"/>
                  </a:lnTo>
                  <a:lnTo>
                    <a:pt x="2112555" y="6291"/>
                  </a:lnTo>
                  <a:lnTo>
                    <a:pt x="2065781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846563" y="3989831"/>
              <a:ext cx="2242185" cy="1056640"/>
            </a:xfrm>
            <a:custGeom>
              <a:avLst/>
              <a:gdLst/>
              <a:ahLst/>
              <a:cxnLst/>
              <a:rect l="l" t="t" r="r" b="b"/>
              <a:pathLst>
                <a:path w="2242184" h="1056639">
                  <a:moveTo>
                    <a:pt x="0" y="176022"/>
                  </a:moveTo>
                  <a:lnTo>
                    <a:pt x="6291" y="129248"/>
                  </a:lnTo>
                  <a:lnTo>
                    <a:pt x="24045" y="87206"/>
                  </a:lnTo>
                  <a:lnTo>
                    <a:pt x="51577" y="51577"/>
                  </a:lnTo>
                  <a:lnTo>
                    <a:pt x="87206" y="24045"/>
                  </a:lnTo>
                  <a:lnTo>
                    <a:pt x="129248" y="6291"/>
                  </a:lnTo>
                  <a:lnTo>
                    <a:pt x="176021" y="0"/>
                  </a:lnTo>
                  <a:lnTo>
                    <a:pt x="2065781" y="0"/>
                  </a:lnTo>
                  <a:lnTo>
                    <a:pt x="2112555" y="6291"/>
                  </a:lnTo>
                  <a:lnTo>
                    <a:pt x="2154597" y="24045"/>
                  </a:lnTo>
                  <a:lnTo>
                    <a:pt x="2190226" y="51577"/>
                  </a:lnTo>
                  <a:lnTo>
                    <a:pt x="2217758" y="87206"/>
                  </a:lnTo>
                  <a:lnTo>
                    <a:pt x="2235512" y="129248"/>
                  </a:lnTo>
                  <a:lnTo>
                    <a:pt x="2241804" y="176022"/>
                  </a:lnTo>
                  <a:lnTo>
                    <a:pt x="2241804" y="880110"/>
                  </a:lnTo>
                  <a:lnTo>
                    <a:pt x="2235512" y="926883"/>
                  </a:lnTo>
                  <a:lnTo>
                    <a:pt x="2217758" y="968925"/>
                  </a:lnTo>
                  <a:lnTo>
                    <a:pt x="2190226" y="1004554"/>
                  </a:lnTo>
                  <a:lnTo>
                    <a:pt x="2154597" y="1032086"/>
                  </a:lnTo>
                  <a:lnTo>
                    <a:pt x="2112555" y="1049840"/>
                  </a:lnTo>
                  <a:lnTo>
                    <a:pt x="2065781" y="1056132"/>
                  </a:lnTo>
                  <a:lnTo>
                    <a:pt x="176021" y="1056132"/>
                  </a:lnTo>
                  <a:lnTo>
                    <a:pt x="129248" y="1049840"/>
                  </a:lnTo>
                  <a:lnTo>
                    <a:pt x="87206" y="1032086"/>
                  </a:lnTo>
                  <a:lnTo>
                    <a:pt x="51577" y="1004554"/>
                  </a:lnTo>
                  <a:lnTo>
                    <a:pt x="24045" y="968925"/>
                  </a:lnTo>
                  <a:lnTo>
                    <a:pt x="6291" y="926883"/>
                  </a:lnTo>
                  <a:lnTo>
                    <a:pt x="0" y="880110"/>
                  </a:lnTo>
                  <a:lnTo>
                    <a:pt x="0" y="17602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10073131" y="4130420"/>
            <a:ext cx="17887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90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Reduces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the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Overwhelming </a:t>
            </a:r>
            <a:r>
              <a:rPr dirty="0" sz="1200" b="1">
                <a:latin typeface="Calibri"/>
                <a:cs typeface="Calibri"/>
              </a:rPr>
              <a:t>search</a:t>
            </a:r>
            <a:r>
              <a:rPr dirty="0" sz="1200" spc="-5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process,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preventing </a:t>
            </a:r>
            <a:r>
              <a:rPr dirty="0" sz="1200" b="1">
                <a:latin typeface="Calibri"/>
                <a:cs typeface="Calibri"/>
              </a:rPr>
              <a:t>misaligned </a:t>
            </a:r>
            <a:r>
              <a:rPr dirty="0" sz="1200" spc="-10" b="1">
                <a:latin typeface="Calibri"/>
                <a:cs typeface="Calibri"/>
              </a:rPr>
              <a:t>applications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and </a:t>
            </a:r>
            <a:r>
              <a:rPr dirty="0" sz="1200" b="1">
                <a:latin typeface="Calibri"/>
                <a:cs typeface="Calibri"/>
              </a:rPr>
              <a:t>missed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opportunities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823704" y="5568697"/>
            <a:ext cx="2327275" cy="1211580"/>
            <a:chOff x="9823704" y="5568697"/>
            <a:chExt cx="2327275" cy="1211580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23704" y="5568697"/>
              <a:ext cx="2326767" cy="12111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86188" y="5635752"/>
              <a:ext cx="2233803" cy="112742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870948" y="5593080"/>
              <a:ext cx="2242185" cy="1126490"/>
            </a:xfrm>
            <a:custGeom>
              <a:avLst/>
              <a:gdLst/>
              <a:ahLst/>
              <a:cxnLst/>
              <a:rect l="l" t="t" r="r" b="b"/>
              <a:pathLst>
                <a:path w="2242184" h="1126490">
                  <a:moveTo>
                    <a:pt x="2054098" y="0"/>
                  </a:moveTo>
                  <a:lnTo>
                    <a:pt x="187705" y="0"/>
                  </a:lnTo>
                  <a:lnTo>
                    <a:pt x="137818" y="6704"/>
                  </a:lnTo>
                  <a:lnTo>
                    <a:pt x="92982" y="25626"/>
                  </a:lnTo>
                  <a:lnTo>
                    <a:pt x="54990" y="54976"/>
                  </a:lnTo>
                  <a:lnTo>
                    <a:pt x="25635" y="92965"/>
                  </a:lnTo>
                  <a:lnTo>
                    <a:pt x="6707" y="137805"/>
                  </a:lnTo>
                  <a:lnTo>
                    <a:pt x="0" y="187706"/>
                  </a:lnTo>
                  <a:lnTo>
                    <a:pt x="0" y="938530"/>
                  </a:lnTo>
                  <a:lnTo>
                    <a:pt x="6707" y="988430"/>
                  </a:lnTo>
                  <a:lnTo>
                    <a:pt x="25635" y="1033270"/>
                  </a:lnTo>
                  <a:lnTo>
                    <a:pt x="54990" y="1071259"/>
                  </a:lnTo>
                  <a:lnTo>
                    <a:pt x="92982" y="1100609"/>
                  </a:lnTo>
                  <a:lnTo>
                    <a:pt x="137818" y="1119531"/>
                  </a:lnTo>
                  <a:lnTo>
                    <a:pt x="187705" y="1126236"/>
                  </a:lnTo>
                  <a:lnTo>
                    <a:pt x="2054098" y="1126236"/>
                  </a:lnTo>
                  <a:lnTo>
                    <a:pt x="2103985" y="1119531"/>
                  </a:lnTo>
                  <a:lnTo>
                    <a:pt x="2148821" y="1100609"/>
                  </a:lnTo>
                  <a:lnTo>
                    <a:pt x="2186813" y="1071259"/>
                  </a:lnTo>
                  <a:lnTo>
                    <a:pt x="2216168" y="1033270"/>
                  </a:lnTo>
                  <a:lnTo>
                    <a:pt x="2235096" y="988430"/>
                  </a:lnTo>
                  <a:lnTo>
                    <a:pt x="2241804" y="938530"/>
                  </a:lnTo>
                  <a:lnTo>
                    <a:pt x="2241804" y="187706"/>
                  </a:lnTo>
                  <a:lnTo>
                    <a:pt x="2235096" y="137805"/>
                  </a:lnTo>
                  <a:lnTo>
                    <a:pt x="2216168" y="92965"/>
                  </a:lnTo>
                  <a:lnTo>
                    <a:pt x="2186813" y="54976"/>
                  </a:lnTo>
                  <a:lnTo>
                    <a:pt x="2148821" y="25626"/>
                  </a:lnTo>
                  <a:lnTo>
                    <a:pt x="2103985" y="6704"/>
                  </a:lnTo>
                  <a:lnTo>
                    <a:pt x="2054098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870948" y="5593080"/>
              <a:ext cx="2242185" cy="1126490"/>
            </a:xfrm>
            <a:custGeom>
              <a:avLst/>
              <a:gdLst/>
              <a:ahLst/>
              <a:cxnLst/>
              <a:rect l="l" t="t" r="r" b="b"/>
              <a:pathLst>
                <a:path w="2242184" h="1126490">
                  <a:moveTo>
                    <a:pt x="0" y="187706"/>
                  </a:moveTo>
                  <a:lnTo>
                    <a:pt x="6707" y="137805"/>
                  </a:lnTo>
                  <a:lnTo>
                    <a:pt x="25635" y="92965"/>
                  </a:lnTo>
                  <a:lnTo>
                    <a:pt x="54990" y="54976"/>
                  </a:lnTo>
                  <a:lnTo>
                    <a:pt x="92982" y="25626"/>
                  </a:lnTo>
                  <a:lnTo>
                    <a:pt x="137818" y="6704"/>
                  </a:lnTo>
                  <a:lnTo>
                    <a:pt x="187705" y="0"/>
                  </a:lnTo>
                  <a:lnTo>
                    <a:pt x="2054098" y="0"/>
                  </a:lnTo>
                  <a:lnTo>
                    <a:pt x="2103985" y="6704"/>
                  </a:lnTo>
                  <a:lnTo>
                    <a:pt x="2148821" y="25626"/>
                  </a:lnTo>
                  <a:lnTo>
                    <a:pt x="2186813" y="54976"/>
                  </a:lnTo>
                  <a:lnTo>
                    <a:pt x="2216168" y="92965"/>
                  </a:lnTo>
                  <a:lnTo>
                    <a:pt x="2235096" y="137805"/>
                  </a:lnTo>
                  <a:lnTo>
                    <a:pt x="2241804" y="187706"/>
                  </a:lnTo>
                  <a:lnTo>
                    <a:pt x="2241804" y="938530"/>
                  </a:lnTo>
                  <a:lnTo>
                    <a:pt x="2235096" y="988430"/>
                  </a:lnTo>
                  <a:lnTo>
                    <a:pt x="2216168" y="1033270"/>
                  </a:lnTo>
                  <a:lnTo>
                    <a:pt x="2186813" y="1071259"/>
                  </a:lnTo>
                  <a:lnTo>
                    <a:pt x="2148821" y="1100609"/>
                  </a:lnTo>
                  <a:lnTo>
                    <a:pt x="2103985" y="1119531"/>
                  </a:lnTo>
                  <a:lnTo>
                    <a:pt x="2054098" y="1126236"/>
                  </a:lnTo>
                  <a:lnTo>
                    <a:pt x="187705" y="1126236"/>
                  </a:lnTo>
                  <a:lnTo>
                    <a:pt x="137818" y="1119531"/>
                  </a:lnTo>
                  <a:lnTo>
                    <a:pt x="92982" y="1100609"/>
                  </a:lnTo>
                  <a:lnTo>
                    <a:pt x="54990" y="1071259"/>
                  </a:lnTo>
                  <a:lnTo>
                    <a:pt x="25635" y="1033270"/>
                  </a:lnTo>
                  <a:lnTo>
                    <a:pt x="6707" y="988430"/>
                  </a:lnTo>
                  <a:lnTo>
                    <a:pt x="0" y="938530"/>
                  </a:lnTo>
                  <a:lnTo>
                    <a:pt x="0" y="18770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0009378" y="5678830"/>
            <a:ext cx="196342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Use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rule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based </a:t>
            </a:r>
            <a:r>
              <a:rPr dirty="0" sz="1200" spc="-25" b="1">
                <a:latin typeface="Calibri"/>
                <a:cs typeface="Calibri"/>
              </a:rPr>
              <a:t>or</a:t>
            </a:r>
            <a:r>
              <a:rPr dirty="0" sz="1200" spc="50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lightweight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ML</a:t>
            </a:r>
            <a:r>
              <a:rPr dirty="0" sz="1200" spc="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approach </a:t>
            </a:r>
            <a:r>
              <a:rPr dirty="0" sz="1200" b="1">
                <a:latin typeface="Calibri"/>
                <a:cs typeface="Calibri"/>
              </a:rPr>
              <a:t>ensuring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fast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performance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and </a:t>
            </a:r>
            <a:r>
              <a:rPr dirty="0" sz="1200" b="1">
                <a:latin typeface="Calibri"/>
                <a:cs typeface="Calibri"/>
              </a:rPr>
              <a:t>easy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integration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with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existing portal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42788" y="3962463"/>
            <a:ext cx="1956435" cy="1144270"/>
            <a:chOff x="5542788" y="3962463"/>
            <a:chExt cx="1956435" cy="1144270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42788" y="3962463"/>
              <a:ext cx="1956435" cy="114420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590032" y="3986784"/>
              <a:ext cx="1871980" cy="1059180"/>
            </a:xfrm>
            <a:custGeom>
              <a:avLst/>
              <a:gdLst/>
              <a:ahLst/>
              <a:cxnLst/>
              <a:rect l="l" t="t" r="r" b="b"/>
              <a:pathLst>
                <a:path w="1871979" h="1059179">
                  <a:moveTo>
                    <a:pt x="1694941" y="0"/>
                  </a:moveTo>
                  <a:lnTo>
                    <a:pt x="176529" y="0"/>
                  </a:lnTo>
                  <a:lnTo>
                    <a:pt x="129587" y="6302"/>
                  </a:lnTo>
                  <a:lnTo>
                    <a:pt x="87413" y="24092"/>
                  </a:lnTo>
                  <a:lnTo>
                    <a:pt x="51688" y="51689"/>
                  </a:lnTo>
                  <a:lnTo>
                    <a:pt x="24092" y="87413"/>
                  </a:lnTo>
                  <a:lnTo>
                    <a:pt x="6302" y="129587"/>
                  </a:lnTo>
                  <a:lnTo>
                    <a:pt x="0" y="176530"/>
                  </a:lnTo>
                  <a:lnTo>
                    <a:pt x="0" y="882650"/>
                  </a:lnTo>
                  <a:lnTo>
                    <a:pt x="6302" y="929592"/>
                  </a:lnTo>
                  <a:lnTo>
                    <a:pt x="24092" y="971766"/>
                  </a:lnTo>
                  <a:lnTo>
                    <a:pt x="51688" y="1007491"/>
                  </a:lnTo>
                  <a:lnTo>
                    <a:pt x="87413" y="1035087"/>
                  </a:lnTo>
                  <a:lnTo>
                    <a:pt x="129587" y="1052877"/>
                  </a:lnTo>
                  <a:lnTo>
                    <a:pt x="176529" y="1059180"/>
                  </a:lnTo>
                  <a:lnTo>
                    <a:pt x="1694941" y="1059180"/>
                  </a:lnTo>
                  <a:lnTo>
                    <a:pt x="1741884" y="1052877"/>
                  </a:lnTo>
                  <a:lnTo>
                    <a:pt x="1784058" y="1035087"/>
                  </a:lnTo>
                  <a:lnTo>
                    <a:pt x="1819782" y="1007491"/>
                  </a:lnTo>
                  <a:lnTo>
                    <a:pt x="1847379" y="971766"/>
                  </a:lnTo>
                  <a:lnTo>
                    <a:pt x="1865169" y="929592"/>
                  </a:lnTo>
                  <a:lnTo>
                    <a:pt x="1871471" y="882650"/>
                  </a:lnTo>
                  <a:lnTo>
                    <a:pt x="1871471" y="176530"/>
                  </a:lnTo>
                  <a:lnTo>
                    <a:pt x="1865169" y="129587"/>
                  </a:lnTo>
                  <a:lnTo>
                    <a:pt x="1847379" y="87413"/>
                  </a:lnTo>
                  <a:lnTo>
                    <a:pt x="1819782" y="51689"/>
                  </a:lnTo>
                  <a:lnTo>
                    <a:pt x="1784058" y="24092"/>
                  </a:lnTo>
                  <a:lnTo>
                    <a:pt x="1741884" y="6302"/>
                  </a:lnTo>
                  <a:lnTo>
                    <a:pt x="1694941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590032" y="3986784"/>
              <a:ext cx="1871980" cy="1059180"/>
            </a:xfrm>
            <a:custGeom>
              <a:avLst/>
              <a:gdLst/>
              <a:ahLst/>
              <a:cxnLst/>
              <a:rect l="l" t="t" r="r" b="b"/>
              <a:pathLst>
                <a:path w="1871979" h="1059179">
                  <a:moveTo>
                    <a:pt x="0" y="176530"/>
                  </a:moveTo>
                  <a:lnTo>
                    <a:pt x="6302" y="129587"/>
                  </a:lnTo>
                  <a:lnTo>
                    <a:pt x="24092" y="87413"/>
                  </a:lnTo>
                  <a:lnTo>
                    <a:pt x="51688" y="51689"/>
                  </a:lnTo>
                  <a:lnTo>
                    <a:pt x="87413" y="24092"/>
                  </a:lnTo>
                  <a:lnTo>
                    <a:pt x="129587" y="6302"/>
                  </a:lnTo>
                  <a:lnTo>
                    <a:pt x="176529" y="0"/>
                  </a:lnTo>
                  <a:lnTo>
                    <a:pt x="1694941" y="0"/>
                  </a:lnTo>
                  <a:lnTo>
                    <a:pt x="1741884" y="6302"/>
                  </a:lnTo>
                  <a:lnTo>
                    <a:pt x="1784058" y="24092"/>
                  </a:lnTo>
                  <a:lnTo>
                    <a:pt x="1819782" y="51689"/>
                  </a:lnTo>
                  <a:lnTo>
                    <a:pt x="1847379" y="87413"/>
                  </a:lnTo>
                  <a:lnTo>
                    <a:pt x="1865169" y="129587"/>
                  </a:lnTo>
                  <a:lnTo>
                    <a:pt x="1871471" y="176530"/>
                  </a:lnTo>
                  <a:lnTo>
                    <a:pt x="1871471" y="882650"/>
                  </a:lnTo>
                  <a:lnTo>
                    <a:pt x="1865169" y="929592"/>
                  </a:lnTo>
                  <a:lnTo>
                    <a:pt x="1847379" y="971766"/>
                  </a:lnTo>
                  <a:lnTo>
                    <a:pt x="1819782" y="1007491"/>
                  </a:lnTo>
                  <a:lnTo>
                    <a:pt x="1784058" y="1035087"/>
                  </a:lnTo>
                  <a:lnTo>
                    <a:pt x="1741884" y="1052877"/>
                  </a:lnTo>
                  <a:lnTo>
                    <a:pt x="1694941" y="1059180"/>
                  </a:lnTo>
                  <a:lnTo>
                    <a:pt x="176529" y="1059180"/>
                  </a:lnTo>
                  <a:lnTo>
                    <a:pt x="129587" y="1052877"/>
                  </a:lnTo>
                  <a:lnTo>
                    <a:pt x="87413" y="1035087"/>
                  </a:lnTo>
                  <a:lnTo>
                    <a:pt x="51688" y="1007491"/>
                  </a:lnTo>
                  <a:lnTo>
                    <a:pt x="24092" y="971766"/>
                  </a:lnTo>
                  <a:lnTo>
                    <a:pt x="6302" y="929592"/>
                  </a:lnTo>
                  <a:lnTo>
                    <a:pt x="0" y="882650"/>
                  </a:lnTo>
                  <a:lnTo>
                    <a:pt x="0" y="17653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871717" y="4129532"/>
            <a:ext cx="13061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Mobile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First,</a:t>
            </a:r>
            <a:r>
              <a:rPr dirty="0" sz="1200" spc="-4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simple interface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with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visual </a:t>
            </a:r>
            <a:r>
              <a:rPr dirty="0" sz="1200" b="1">
                <a:latin typeface="Calibri"/>
                <a:cs typeface="Calibri"/>
              </a:rPr>
              <a:t>cues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 </a:t>
            </a:r>
            <a:r>
              <a:rPr dirty="0" sz="1200" spc="-10" b="1">
                <a:latin typeface="Calibri"/>
                <a:cs typeface="Calibri"/>
              </a:rPr>
              <a:t>regional </a:t>
            </a:r>
            <a:r>
              <a:rPr dirty="0" sz="1200" b="1">
                <a:latin typeface="Calibri"/>
                <a:cs typeface="Calibri"/>
              </a:rPr>
              <a:t>language</a:t>
            </a:r>
            <a:r>
              <a:rPr dirty="0" sz="1200" spc="-6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Support.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68696" y="5605277"/>
            <a:ext cx="1967230" cy="1150620"/>
            <a:chOff x="5568696" y="5605277"/>
            <a:chExt cx="1967230" cy="1150620"/>
          </a:xfrm>
        </p:grpSpPr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68696" y="5605277"/>
              <a:ext cx="1967102" cy="115025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55564" y="5733288"/>
              <a:ext cx="1826894" cy="94448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15940" y="5629656"/>
              <a:ext cx="1882139" cy="1065530"/>
            </a:xfrm>
            <a:custGeom>
              <a:avLst/>
              <a:gdLst/>
              <a:ahLst/>
              <a:cxnLst/>
              <a:rect l="l" t="t" r="r" b="b"/>
              <a:pathLst>
                <a:path w="1882140" h="1065529">
                  <a:moveTo>
                    <a:pt x="1704593" y="0"/>
                  </a:moveTo>
                  <a:lnTo>
                    <a:pt x="177546" y="0"/>
                  </a:lnTo>
                  <a:lnTo>
                    <a:pt x="130351" y="6342"/>
                  </a:lnTo>
                  <a:lnTo>
                    <a:pt x="87940" y="24240"/>
                  </a:lnTo>
                  <a:lnTo>
                    <a:pt x="52006" y="52001"/>
                  </a:lnTo>
                  <a:lnTo>
                    <a:pt x="24242" y="87934"/>
                  </a:lnTo>
                  <a:lnTo>
                    <a:pt x="6342" y="130346"/>
                  </a:lnTo>
                  <a:lnTo>
                    <a:pt x="0" y="177546"/>
                  </a:lnTo>
                  <a:lnTo>
                    <a:pt x="0" y="887730"/>
                  </a:lnTo>
                  <a:lnTo>
                    <a:pt x="6342" y="934929"/>
                  </a:lnTo>
                  <a:lnTo>
                    <a:pt x="24242" y="977341"/>
                  </a:lnTo>
                  <a:lnTo>
                    <a:pt x="52006" y="1013274"/>
                  </a:lnTo>
                  <a:lnTo>
                    <a:pt x="87940" y="1041035"/>
                  </a:lnTo>
                  <a:lnTo>
                    <a:pt x="130351" y="1058933"/>
                  </a:lnTo>
                  <a:lnTo>
                    <a:pt x="177546" y="1065276"/>
                  </a:lnTo>
                  <a:lnTo>
                    <a:pt x="1704593" y="1065276"/>
                  </a:lnTo>
                  <a:lnTo>
                    <a:pt x="1751788" y="1058933"/>
                  </a:lnTo>
                  <a:lnTo>
                    <a:pt x="1794199" y="1041035"/>
                  </a:lnTo>
                  <a:lnTo>
                    <a:pt x="1830133" y="1013274"/>
                  </a:lnTo>
                  <a:lnTo>
                    <a:pt x="1857897" y="977341"/>
                  </a:lnTo>
                  <a:lnTo>
                    <a:pt x="1875797" y="934929"/>
                  </a:lnTo>
                  <a:lnTo>
                    <a:pt x="1882139" y="887730"/>
                  </a:lnTo>
                  <a:lnTo>
                    <a:pt x="1882139" y="177546"/>
                  </a:lnTo>
                  <a:lnTo>
                    <a:pt x="1875797" y="130346"/>
                  </a:lnTo>
                  <a:lnTo>
                    <a:pt x="1857897" y="87934"/>
                  </a:lnTo>
                  <a:lnTo>
                    <a:pt x="1830133" y="52001"/>
                  </a:lnTo>
                  <a:lnTo>
                    <a:pt x="1794199" y="24240"/>
                  </a:lnTo>
                  <a:lnTo>
                    <a:pt x="1751788" y="6342"/>
                  </a:lnTo>
                  <a:lnTo>
                    <a:pt x="1704593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615940" y="5629656"/>
              <a:ext cx="1882139" cy="1065530"/>
            </a:xfrm>
            <a:custGeom>
              <a:avLst/>
              <a:gdLst/>
              <a:ahLst/>
              <a:cxnLst/>
              <a:rect l="l" t="t" r="r" b="b"/>
              <a:pathLst>
                <a:path w="1882140" h="1065529">
                  <a:moveTo>
                    <a:pt x="0" y="177546"/>
                  </a:moveTo>
                  <a:lnTo>
                    <a:pt x="6342" y="130346"/>
                  </a:lnTo>
                  <a:lnTo>
                    <a:pt x="24242" y="87934"/>
                  </a:lnTo>
                  <a:lnTo>
                    <a:pt x="52006" y="52001"/>
                  </a:lnTo>
                  <a:lnTo>
                    <a:pt x="87940" y="24240"/>
                  </a:lnTo>
                  <a:lnTo>
                    <a:pt x="130351" y="6342"/>
                  </a:lnTo>
                  <a:lnTo>
                    <a:pt x="177546" y="0"/>
                  </a:lnTo>
                  <a:lnTo>
                    <a:pt x="1704593" y="0"/>
                  </a:lnTo>
                  <a:lnTo>
                    <a:pt x="1751788" y="6342"/>
                  </a:lnTo>
                  <a:lnTo>
                    <a:pt x="1794199" y="24240"/>
                  </a:lnTo>
                  <a:lnTo>
                    <a:pt x="1830133" y="52001"/>
                  </a:lnTo>
                  <a:lnTo>
                    <a:pt x="1857897" y="87934"/>
                  </a:lnTo>
                  <a:lnTo>
                    <a:pt x="1875797" y="130346"/>
                  </a:lnTo>
                  <a:lnTo>
                    <a:pt x="1882139" y="177546"/>
                  </a:lnTo>
                  <a:lnTo>
                    <a:pt x="1882139" y="887730"/>
                  </a:lnTo>
                  <a:lnTo>
                    <a:pt x="1875797" y="934929"/>
                  </a:lnTo>
                  <a:lnTo>
                    <a:pt x="1857897" y="977341"/>
                  </a:lnTo>
                  <a:lnTo>
                    <a:pt x="1830133" y="1013274"/>
                  </a:lnTo>
                  <a:lnTo>
                    <a:pt x="1794199" y="1041035"/>
                  </a:lnTo>
                  <a:lnTo>
                    <a:pt x="1751788" y="1058933"/>
                  </a:lnTo>
                  <a:lnTo>
                    <a:pt x="1704593" y="1065276"/>
                  </a:lnTo>
                  <a:lnTo>
                    <a:pt x="177546" y="1065276"/>
                  </a:lnTo>
                  <a:lnTo>
                    <a:pt x="130351" y="1058933"/>
                  </a:lnTo>
                  <a:lnTo>
                    <a:pt x="87940" y="1041035"/>
                  </a:lnTo>
                  <a:lnTo>
                    <a:pt x="52006" y="1013274"/>
                  </a:lnTo>
                  <a:lnTo>
                    <a:pt x="24242" y="977341"/>
                  </a:lnTo>
                  <a:lnTo>
                    <a:pt x="6342" y="934929"/>
                  </a:lnTo>
                  <a:lnTo>
                    <a:pt x="0" y="887730"/>
                  </a:lnTo>
                  <a:lnTo>
                    <a:pt x="0" y="177546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778246" y="5776061"/>
            <a:ext cx="155892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Matching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Students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skills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preference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with </a:t>
            </a:r>
            <a:r>
              <a:rPr dirty="0" sz="1200" spc="-10" b="1">
                <a:latin typeface="Calibri"/>
                <a:cs typeface="Calibri"/>
              </a:rPr>
              <a:t>Internships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instead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of </a:t>
            </a:r>
            <a:r>
              <a:rPr dirty="0" sz="1200" b="1">
                <a:latin typeface="Calibri"/>
                <a:cs typeface="Calibri"/>
              </a:rPr>
              <a:t>manual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searching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697982" y="2874390"/>
            <a:ext cx="6090920" cy="789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8722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How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addresses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40665" algn="l"/>
              </a:tabLst>
            </a:pPr>
            <a:r>
              <a:rPr dirty="0" sz="1600" spc="-10">
                <a:latin typeface="Calibri"/>
                <a:cs typeface="Calibri"/>
              </a:rPr>
              <a:t>Reduces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Confusion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spent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Searching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right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Internships.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Enhances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Overall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effectiveness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reach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PM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Internship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Scheme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406640" y="4480534"/>
            <a:ext cx="2511425" cy="1749425"/>
            <a:chOff x="7406640" y="4480534"/>
            <a:chExt cx="2511425" cy="1749425"/>
          </a:xfrm>
        </p:grpSpPr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70492" y="4482020"/>
              <a:ext cx="622871" cy="44469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320022" y="4517898"/>
              <a:ext cx="527685" cy="345440"/>
            </a:xfrm>
            <a:custGeom>
              <a:avLst/>
              <a:gdLst/>
              <a:ahLst/>
              <a:cxnLst/>
              <a:rect l="l" t="t" r="r" b="b"/>
              <a:pathLst>
                <a:path w="527684" h="345439">
                  <a:moveTo>
                    <a:pt x="0" y="345439"/>
                  </a:moveTo>
                  <a:lnTo>
                    <a:pt x="527176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70492" y="5740908"/>
              <a:ext cx="647458" cy="48279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320022" y="5773674"/>
              <a:ext cx="551180" cy="384175"/>
            </a:xfrm>
            <a:custGeom>
              <a:avLst/>
              <a:gdLst/>
              <a:ahLst/>
              <a:cxnLst/>
              <a:rect l="l" t="t" r="r" b="b"/>
              <a:pathLst>
                <a:path w="551179" h="384175">
                  <a:moveTo>
                    <a:pt x="0" y="0"/>
                  </a:moveTo>
                  <a:lnTo>
                    <a:pt x="551052" y="383628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06640" y="4480534"/>
              <a:ext cx="622871" cy="44617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462266" y="4516374"/>
              <a:ext cx="526415" cy="346710"/>
            </a:xfrm>
            <a:custGeom>
              <a:avLst/>
              <a:gdLst/>
              <a:ahLst/>
              <a:cxnLst/>
              <a:rect l="l" t="t" r="r" b="b"/>
              <a:pathLst>
                <a:path w="526415" h="346710">
                  <a:moveTo>
                    <a:pt x="526414" y="346456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43216" y="5740908"/>
              <a:ext cx="584771" cy="48875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498842" y="5773674"/>
              <a:ext cx="488950" cy="389890"/>
            </a:xfrm>
            <a:custGeom>
              <a:avLst/>
              <a:gdLst/>
              <a:ahLst/>
              <a:cxnLst/>
              <a:rect l="l" t="t" r="r" b="b"/>
              <a:pathLst>
                <a:path w="488950" h="389889">
                  <a:moveTo>
                    <a:pt x="488441" y="0"/>
                  </a:moveTo>
                  <a:lnTo>
                    <a:pt x="0" y="38947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22859" y="3305557"/>
            <a:ext cx="1778635" cy="3475990"/>
            <a:chOff x="22859" y="3305557"/>
            <a:chExt cx="1778635" cy="3475990"/>
          </a:xfrm>
        </p:grpSpPr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859" y="3305557"/>
              <a:ext cx="1778127" cy="347586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007" y="3701808"/>
              <a:ext cx="1714119" cy="275043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0103" y="3329939"/>
              <a:ext cx="1693545" cy="3390900"/>
            </a:xfrm>
            <a:custGeom>
              <a:avLst/>
              <a:gdLst/>
              <a:ahLst/>
              <a:cxnLst/>
              <a:rect l="l" t="t" r="r" b="b"/>
              <a:pathLst>
                <a:path w="1693545" h="3390900">
                  <a:moveTo>
                    <a:pt x="1410970" y="0"/>
                  </a:moveTo>
                  <a:lnTo>
                    <a:pt x="282206" y="0"/>
                  </a:lnTo>
                  <a:lnTo>
                    <a:pt x="236429" y="3694"/>
                  </a:lnTo>
                  <a:lnTo>
                    <a:pt x="193004" y="14388"/>
                  </a:lnTo>
                  <a:lnTo>
                    <a:pt x="152512" y="31502"/>
                  </a:lnTo>
                  <a:lnTo>
                    <a:pt x="115535" y="54453"/>
                  </a:lnTo>
                  <a:lnTo>
                    <a:pt x="82653" y="82661"/>
                  </a:lnTo>
                  <a:lnTo>
                    <a:pt x="54447" y="115543"/>
                  </a:lnTo>
                  <a:lnTo>
                    <a:pt x="31497" y="152519"/>
                  </a:lnTo>
                  <a:lnTo>
                    <a:pt x="14386" y="193007"/>
                  </a:lnTo>
                  <a:lnTo>
                    <a:pt x="3693" y="236426"/>
                  </a:lnTo>
                  <a:lnTo>
                    <a:pt x="0" y="282194"/>
                  </a:lnTo>
                  <a:lnTo>
                    <a:pt x="0" y="3108693"/>
                  </a:lnTo>
                  <a:lnTo>
                    <a:pt x="3693" y="3154467"/>
                  </a:lnTo>
                  <a:lnTo>
                    <a:pt x="14386" y="3197890"/>
                  </a:lnTo>
                  <a:lnTo>
                    <a:pt x="31497" y="3238381"/>
                  </a:lnTo>
                  <a:lnTo>
                    <a:pt x="54447" y="3275359"/>
                  </a:lnTo>
                  <a:lnTo>
                    <a:pt x="82653" y="3308242"/>
                  </a:lnTo>
                  <a:lnTo>
                    <a:pt x="115535" y="3336449"/>
                  </a:lnTo>
                  <a:lnTo>
                    <a:pt x="152512" y="3359399"/>
                  </a:lnTo>
                  <a:lnTo>
                    <a:pt x="193004" y="3376512"/>
                  </a:lnTo>
                  <a:lnTo>
                    <a:pt x="236429" y="3387206"/>
                  </a:lnTo>
                  <a:lnTo>
                    <a:pt x="282206" y="3390900"/>
                  </a:lnTo>
                  <a:lnTo>
                    <a:pt x="1410970" y="3390900"/>
                  </a:lnTo>
                  <a:lnTo>
                    <a:pt x="1456737" y="3387206"/>
                  </a:lnTo>
                  <a:lnTo>
                    <a:pt x="1500156" y="3376512"/>
                  </a:lnTo>
                  <a:lnTo>
                    <a:pt x="1540644" y="3359399"/>
                  </a:lnTo>
                  <a:lnTo>
                    <a:pt x="1577620" y="3336449"/>
                  </a:lnTo>
                  <a:lnTo>
                    <a:pt x="1610502" y="3308242"/>
                  </a:lnTo>
                  <a:lnTo>
                    <a:pt x="1638710" y="3275359"/>
                  </a:lnTo>
                  <a:lnTo>
                    <a:pt x="1661661" y="3238381"/>
                  </a:lnTo>
                  <a:lnTo>
                    <a:pt x="1678775" y="3197890"/>
                  </a:lnTo>
                  <a:lnTo>
                    <a:pt x="1689469" y="3154467"/>
                  </a:lnTo>
                  <a:lnTo>
                    <a:pt x="1693164" y="3108693"/>
                  </a:lnTo>
                  <a:lnTo>
                    <a:pt x="1693164" y="282194"/>
                  </a:lnTo>
                  <a:lnTo>
                    <a:pt x="1689469" y="236426"/>
                  </a:lnTo>
                  <a:lnTo>
                    <a:pt x="1678775" y="193007"/>
                  </a:lnTo>
                  <a:lnTo>
                    <a:pt x="1661661" y="152519"/>
                  </a:lnTo>
                  <a:lnTo>
                    <a:pt x="1638710" y="115543"/>
                  </a:lnTo>
                  <a:lnTo>
                    <a:pt x="1610502" y="82661"/>
                  </a:lnTo>
                  <a:lnTo>
                    <a:pt x="1577620" y="54453"/>
                  </a:lnTo>
                  <a:lnTo>
                    <a:pt x="1540644" y="31502"/>
                  </a:lnTo>
                  <a:lnTo>
                    <a:pt x="1500156" y="14388"/>
                  </a:lnTo>
                  <a:lnTo>
                    <a:pt x="1456737" y="3694"/>
                  </a:lnTo>
                  <a:lnTo>
                    <a:pt x="141097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0103" y="3329939"/>
              <a:ext cx="1693545" cy="3390900"/>
            </a:xfrm>
            <a:custGeom>
              <a:avLst/>
              <a:gdLst/>
              <a:ahLst/>
              <a:cxnLst/>
              <a:rect l="l" t="t" r="r" b="b"/>
              <a:pathLst>
                <a:path w="1693545" h="3390900">
                  <a:moveTo>
                    <a:pt x="0" y="282194"/>
                  </a:moveTo>
                  <a:lnTo>
                    <a:pt x="3693" y="236426"/>
                  </a:lnTo>
                  <a:lnTo>
                    <a:pt x="14386" y="193007"/>
                  </a:lnTo>
                  <a:lnTo>
                    <a:pt x="31497" y="152519"/>
                  </a:lnTo>
                  <a:lnTo>
                    <a:pt x="54447" y="115543"/>
                  </a:lnTo>
                  <a:lnTo>
                    <a:pt x="82653" y="82661"/>
                  </a:lnTo>
                  <a:lnTo>
                    <a:pt x="115535" y="54453"/>
                  </a:lnTo>
                  <a:lnTo>
                    <a:pt x="152512" y="31502"/>
                  </a:lnTo>
                  <a:lnTo>
                    <a:pt x="193004" y="14388"/>
                  </a:lnTo>
                  <a:lnTo>
                    <a:pt x="236429" y="3694"/>
                  </a:lnTo>
                  <a:lnTo>
                    <a:pt x="282206" y="0"/>
                  </a:lnTo>
                  <a:lnTo>
                    <a:pt x="1410970" y="0"/>
                  </a:lnTo>
                  <a:lnTo>
                    <a:pt x="1456737" y="3694"/>
                  </a:lnTo>
                  <a:lnTo>
                    <a:pt x="1500156" y="14388"/>
                  </a:lnTo>
                  <a:lnTo>
                    <a:pt x="1540644" y="31502"/>
                  </a:lnTo>
                  <a:lnTo>
                    <a:pt x="1577620" y="54453"/>
                  </a:lnTo>
                  <a:lnTo>
                    <a:pt x="1610502" y="82661"/>
                  </a:lnTo>
                  <a:lnTo>
                    <a:pt x="1638710" y="115543"/>
                  </a:lnTo>
                  <a:lnTo>
                    <a:pt x="1661661" y="152519"/>
                  </a:lnTo>
                  <a:lnTo>
                    <a:pt x="1678775" y="193007"/>
                  </a:lnTo>
                  <a:lnTo>
                    <a:pt x="1689469" y="236426"/>
                  </a:lnTo>
                  <a:lnTo>
                    <a:pt x="1693164" y="282194"/>
                  </a:lnTo>
                  <a:lnTo>
                    <a:pt x="1693164" y="3108693"/>
                  </a:lnTo>
                  <a:lnTo>
                    <a:pt x="1689469" y="3154467"/>
                  </a:lnTo>
                  <a:lnTo>
                    <a:pt x="1678775" y="3197890"/>
                  </a:lnTo>
                  <a:lnTo>
                    <a:pt x="1661661" y="3238381"/>
                  </a:lnTo>
                  <a:lnTo>
                    <a:pt x="1638710" y="3275359"/>
                  </a:lnTo>
                  <a:lnTo>
                    <a:pt x="1610502" y="3308242"/>
                  </a:lnTo>
                  <a:lnTo>
                    <a:pt x="1577620" y="3336449"/>
                  </a:lnTo>
                  <a:lnTo>
                    <a:pt x="1540644" y="3359399"/>
                  </a:lnTo>
                  <a:lnTo>
                    <a:pt x="1500156" y="3376512"/>
                  </a:lnTo>
                  <a:lnTo>
                    <a:pt x="1456737" y="3387206"/>
                  </a:lnTo>
                  <a:lnTo>
                    <a:pt x="1410970" y="3390900"/>
                  </a:lnTo>
                  <a:lnTo>
                    <a:pt x="282206" y="3390900"/>
                  </a:lnTo>
                  <a:lnTo>
                    <a:pt x="236429" y="3387206"/>
                  </a:lnTo>
                  <a:lnTo>
                    <a:pt x="193004" y="3376512"/>
                  </a:lnTo>
                  <a:lnTo>
                    <a:pt x="152512" y="3359399"/>
                  </a:lnTo>
                  <a:lnTo>
                    <a:pt x="115535" y="3336449"/>
                  </a:lnTo>
                  <a:lnTo>
                    <a:pt x="82653" y="3308242"/>
                  </a:lnTo>
                  <a:lnTo>
                    <a:pt x="54447" y="3275359"/>
                  </a:lnTo>
                  <a:lnTo>
                    <a:pt x="31497" y="3238381"/>
                  </a:lnTo>
                  <a:lnTo>
                    <a:pt x="14386" y="3197890"/>
                  </a:lnTo>
                  <a:lnTo>
                    <a:pt x="3693" y="3154467"/>
                  </a:lnTo>
                  <a:lnTo>
                    <a:pt x="0" y="3108693"/>
                  </a:lnTo>
                  <a:lnTo>
                    <a:pt x="0" y="28219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231749" y="3764026"/>
            <a:ext cx="1342390" cy="249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04040"/>
                </a:solidFill>
                <a:latin typeface="Calibri"/>
                <a:cs typeface="Calibri"/>
              </a:rPr>
              <a:t>Fair</a:t>
            </a:r>
            <a:r>
              <a:rPr dirty="0" sz="18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8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04040"/>
                </a:solidFill>
                <a:latin typeface="Calibri"/>
                <a:cs typeface="Calibri"/>
              </a:rPr>
              <a:t>Smart </a:t>
            </a:r>
            <a:r>
              <a:rPr dirty="0" sz="1800" b="1">
                <a:solidFill>
                  <a:srgbClr val="404040"/>
                </a:solidFill>
                <a:latin typeface="Calibri"/>
                <a:cs typeface="Calibri"/>
              </a:rPr>
              <a:t>Allocation</a:t>
            </a:r>
            <a:r>
              <a:rPr dirty="0" sz="1800" spc="-7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– </a:t>
            </a:r>
            <a:r>
              <a:rPr dirty="0" sz="1800" spc="-10" b="1">
                <a:latin typeface="Calibri"/>
                <a:cs typeface="Calibri"/>
              </a:rPr>
              <a:t>Transparent Internships allocation </a:t>
            </a:r>
            <a:r>
              <a:rPr dirty="0" sz="1800" b="1">
                <a:latin typeface="Calibri"/>
                <a:cs typeface="Calibri"/>
              </a:rPr>
              <a:t>ensuring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right </a:t>
            </a:r>
            <a:r>
              <a:rPr dirty="0" sz="1800" spc="-10" b="1">
                <a:latin typeface="Calibri"/>
                <a:cs typeface="Calibri"/>
              </a:rPr>
              <a:t>students </a:t>
            </a:r>
            <a:r>
              <a:rPr dirty="0" sz="1800" b="1">
                <a:latin typeface="Calibri"/>
                <a:cs typeface="Calibri"/>
              </a:rPr>
              <a:t>reaches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right </a:t>
            </a:r>
            <a:r>
              <a:rPr dirty="0" sz="1800" spc="-10" b="1">
                <a:latin typeface="Calibri"/>
                <a:cs typeface="Calibri"/>
              </a:rPr>
              <a:t>company.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728216" y="3305557"/>
            <a:ext cx="1822450" cy="3475990"/>
            <a:chOff x="1728216" y="3305557"/>
            <a:chExt cx="1822450" cy="3475990"/>
          </a:xfrm>
        </p:grpSpPr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28216" y="3305557"/>
              <a:ext cx="1822323" cy="347586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72412" y="3838968"/>
              <a:ext cx="1770507" cy="275043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775460" y="3329939"/>
              <a:ext cx="1737360" cy="3390900"/>
            </a:xfrm>
            <a:custGeom>
              <a:avLst/>
              <a:gdLst/>
              <a:ahLst/>
              <a:cxnLst/>
              <a:rect l="l" t="t" r="r" b="b"/>
              <a:pathLst>
                <a:path w="1737360" h="3390900">
                  <a:moveTo>
                    <a:pt x="1447800" y="0"/>
                  </a:moveTo>
                  <a:lnTo>
                    <a:pt x="289559" y="0"/>
                  </a:lnTo>
                  <a:lnTo>
                    <a:pt x="242598" y="3790"/>
                  </a:lnTo>
                  <a:lnTo>
                    <a:pt x="198046" y="14764"/>
                  </a:lnTo>
                  <a:lnTo>
                    <a:pt x="156502" y="32325"/>
                  </a:lnTo>
                  <a:lnTo>
                    <a:pt x="118561" y="55875"/>
                  </a:lnTo>
                  <a:lnTo>
                    <a:pt x="84820" y="84820"/>
                  </a:lnTo>
                  <a:lnTo>
                    <a:pt x="55875" y="118561"/>
                  </a:lnTo>
                  <a:lnTo>
                    <a:pt x="32325" y="156502"/>
                  </a:lnTo>
                  <a:lnTo>
                    <a:pt x="14764" y="198046"/>
                  </a:lnTo>
                  <a:lnTo>
                    <a:pt x="3790" y="242598"/>
                  </a:lnTo>
                  <a:lnTo>
                    <a:pt x="0" y="289560"/>
                  </a:lnTo>
                  <a:lnTo>
                    <a:pt x="0" y="3101340"/>
                  </a:lnTo>
                  <a:lnTo>
                    <a:pt x="3790" y="3148307"/>
                  </a:lnTo>
                  <a:lnTo>
                    <a:pt x="14764" y="3192862"/>
                  </a:lnTo>
                  <a:lnTo>
                    <a:pt x="32325" y="3234408"/>
                  </a:lnTo>
                  <a:lnTo>
                    <a:pt x="55875" y="3272349"/>
                  </a:lnTo>
                  <a:lnTo>
                    <a:pt x="84820" y="3306089"/>
                  </a:lnTo>
                  <a:lnTo>
                    <a:pt x="118561" y="3335031"/>
                  </a:lnTo>
                  <a:lnTo>
                    <a:pt x="156502" y="3358579"/>
                  </a:lnTo>
                  <a:lnTo>
                    <a:pt x="198046" y="3376137"/>
                  </a:lnTo>
                  <a:lnTo>
                    <a:pt x="242598" y="3387110"/>
                  </a:lnTo>
                  <a:lnTo>
                    <a:pt x="289559" y="3390900"/>
                  </a:lnTo>
                  <a:lnTo>
                    <a:pt x="1447800" y="3390900"/>
                  </a:lnTo>
                  <a:lnTo>
                    <a:pt x="1494761" y="3387110"/>
                  </a:lnTo>
                  <a:lnTo>
                    <a:pt x="1539313" y="3376137"/>
                  </a:lnTo>
                  <a:lnTo>
                    <a:pt x="1580857" y="3358579"/>
                  </a:lnTo>
                  <a:lnTo>
                    <a:pt x="1618798" y="3335031"/>
                  </a:lnTo>
                  <a:lnTo>
                    <a:pt x="1652539" y="3306089"/>
                  </a:lnTo>
                  <a:lnTo>
                    <a:pt x="1681484" y="3272349"/>
                  </a:lnTo>
                  <a:lnTo>
                    <a:pt x="1705034" y="3234408"/>
                  </a:lnTo>
                  <a:lnTo>
                    <a:pt x="1722595" y="3192862"/>
                  </a:lnTo>
                  <a:lnTo>
                    <a:pt x="1733569" y="3148307"/>
                  </a:lnTo>
                  <a:lnTo>
                    <a:pt x="1737360" y="3101340"/>
                  </a:lnTo>
                  <a:lnTo>
                    <a:pt x="1737360" y="289560"/>
                  </a:lnTo>
                  <a:lnTo>
                    <a:pt x="1733569" y="242598"/>
                  </a:lnTo>
                  <a:lnTo>
                    <a:pt x="1722595" y="198046"/>
                  </a:lnTo>
                  <a:lnTo>
                    <a:pt x="1705034" y="156502"/>
                  </a:lnTo>
                  <a:lnTo>
                    <a:pt x="1681484" y="118561"/>
                  </a:lnTo>
                  <a:lnTo>
                    <a:pt x="1652539" y="84820"/>
                  </a:lnTo>
                  <a:lnTo>
                    <a:pt x="1618798" y="55875"/>
                  </a:lnTo>
                  <a:lnTo>
                    <a:pt x="1580857" y="32325"/>
                  </a:lnTo>
                  <a:lnTo>
                    <a:pt x="1539313" y="14764"/>
                  </a:lnTo>
                  <a:lnTo>
                    <a:pt x="1494761" y="379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775460" y="3329939"/>
              <a:ext cx="1737360" cy="3390900"/>
            </a:xfrm>
            <a:custGeom>
              <a:avLst/>
              <a:gdLst/>
              <a:ahLst/>
              <a:cxnLst/>
              <a:rect l="l" t="t" r="r" b="b"/>
              <a:pathLst>
                <a:path w="1737360" h="3390900">
                  <a:moveTo>
                    <a:pt x="0" y="289560"/>
                  </a:moveTo>
                  <a:lnTo>
                    <a:pt x="3790" y="242598"/>
                  </a:lnTo>
                  <a:lnTo>
                    <a:pt x="14764" y="198046"/>
                  </a:lnTo>
                  <a:lnTo>
                    <a:pt x="32325" y="156502"/>
                  </a:lnTo>
                  <a:lnTo>
                    <a:pt x="55875" y="118561"/>
                  </a:lnTo>
                  <a:lnTo>
                    <a:pt x="84820" y="84820"/>
                  </a:lnTo>
                  <a:lnTo>
                    <a:pt x="118561" y="55875"/>
                  </a:lnTo>
                  <a:lnTo>
                    <a:pt x="156502" y="32325"/>
                  </a:lnTo>
                  <a:lnTo>
                    <a:pt x="198046" y="14764"/>
                  </a:lnTo>
                  <a:lnTo>
                    <a:pt x="242598" y="3790"/>
                  </a:lnTo>
                  <a:lnTo>
                    <a:pt x="289559" y="0"/>
                  </a:lnTo>
                  <a:lnTo>
                    <a:pt x="1447800" y="0"/>
                  </a:lnTo>
                  <a:lnTo>
                    <a:pt x="1494761" y="3790"/>
                  </a:lnTo>
                  <a:lnTo>
                    <a:pt x="1539313" y="14764"/>
                  </a:lnTo>
                  <a:lnTo>
                    <a:pt x="1580857" y="32325"/>
                  </a:lnTo>
                  <a:lnTo>
                    <a:pt x="1618798" y="55875"/>
                  </a:lnTo>
                  <a:lnTo>
                    <a:pt x="1652539" y="84820"/>
                  </a:lnTo>
                  <a:lnTo>
                    <a:pt x="1681484" y="118561"/>
                  </a:lnTo>
                  <a:lnTo>
                    <a:pt x="1705034" y="156502"/>
                  </a:lnTo>
                  <a:lnTo>
                    <a:pt x="1722595" y="198046"/>
                  </a:lnTo>
                  <a:lnTo>
                    <a:pt x="1733569" y="242598"/>
                  </a:lnTo>
                  <a:lnTo>
                    <a:pt x="1737360" y="289560"/>
                  </a:lnTo>
                  <a:lnTo>
                    <a:pt x="1737360" y="3101340"/>
                  </a:lnTo>
                  <a:lnTo>
                    <a:pt x="1733569" y="3148307"/>
                  </a:lnTo>
                  <a:lnTo>
                    <a:pt x="1722595" y="3192862"/>
                  </a:lnTo>
                  <a:lnTo>
                    <a:pt x="1705034" y="3234408"/>
                  </a:lnTo>
                  <a:lnTo>
                    <a:pt x="1681484" y="3272349"/>
                  </a:lnTo>
                  <a:lnTo>
                    <a:pt x="1652539" y="3306089"/>
                  </a:lnTo>
                  <a:lnTo>
                    <a:pt x="1618798" y="3335031"/>
                  </a:lnTo>
                  <a:lnTo>
                    <a:pt x="1580857" y="3358579"/>
                  </a:lnTo>
                  <a:lnTo>
                    <a:pt x="1539313" y="3376137"/>
                  </a:lnTo>
                  <a:lnTo>
                    <a:pt x="1494761" y="3387110"/>
                  </a:lnTo>
                  <a:lnTo>
                    <a:pt x="1447800" y="3390900"/>
                  </a:lnTo>
                  <a:lnTo>
                    <a:pt x="289559" y="3390900"/>
                  </a:lnTo>
                  <a:lnTo>
                    <a:pt x="242598" y="3387110"/>
                  </a:lnTo>
                  <a:lnTo>
                    <a:pt x="198046" y="3376137"/>
                  </a:lnTo>
                  <a:lnTo>
                    <a:pt x="156502" y="3358579"/>
                  </a:lnTo>
                  <a:lnTo>
                    <a:pt x="118561" y="3335031"/>
                  </a:lnTo>
                  <a:lnTo>
                    <a:pt x="84820" y="3306089"/>
                  </a:lnTo>
                  <a:lnTo>
                    <a:pt x="55875" y="3272349"/>
                  </a:lnTo>
                  <a:lnTo>
                    <a:pt x="32325" y="3234408"/>
                  </a:lnTo>
                  <a:lnTo>
                    <a:pt x="14764" y="3192862"/>
                  </a:lnTo>
                  <a:lnTo>
                    <a:pt x="3790" y="3148307"/>
                  </a:lnTo>
                  <a:lnTo>
                    <a:pt x="0" y="3101340"/>
                  </a:lnTo>
                  <a:lnTo>
                    <a:pt x="0" y="28956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939544" y="3901185"/>
            <a:ext cx="1395095" cy="249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04040"/>
                </a:solidFill>
                <a:latin typeface="Calibri"/>
                <a:cs typeface="Calibri"/>
              </a:rPr>
              <a:t>Inclusivity</a:t>
            </a:r>
            <a:r>
              <a:rPr dirty="0" sz="1800" b="1">
                <a:latin typeface="Calibri"/>
                <a:cs typeface="Calibri"/>
              </a:rPr>
              <a:t>-Makes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the </a:t>
            </a:r>
            <a:r>
              <a:rPr dirty="0" sz="1800" spc="-10" b="1">
                <a:latin typeface="Calibri"/>
                <a:cs typeface="Calibri"/>
              </a:rPr>
              <a:t>scheme </a:t>
            </a:r>
            <a:r>
              <a:rPr dirty="0" sz="1800" b="1">
                <a:latin typeface="Calibri"/>
                <a:cs typeface="Calibri"/>
              </a:rPr>
              <a:t>accessible</a:t>
            </a:r>
            <a:r>
              <a:rPr dirty="0" sz="1800" spc="-9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for </a:t>
            </a:r>
            <a:r>
              <a:rPr dirty="0" sz="1800" b="1">
                <a:latin typeface="Calibri"/>
                <a:cs typeface="Calibri"/>
              </a:rPr>
              <a:t>rural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youth, </a:t>
            </a:r>
            <a:r>
              <a:rPr dirty="0" sz="1800" b="1">
                <a:latin typeface="Calibri"/>
                <a:cs typeface="Calibri"/>
              </a:rPr>
              <a:t>tribal</a:t>
            </a:r>
            <a:r>
              <a:rPr dirty="0" sz="1800" spc="-10" b="1">
                <a:latin typeface="Calibri"/>
                <a:cs typeface="Calibri"/>
              </a:rPr>
              <a:t> districts,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10" b="1">
                <a:latin typeface="Calibri"/>
                <a:cs typeface="Calibri"/>
              </a:rPr>
              <a:t> first-generation learners.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491484" y="3305557"/>
            <a:ext cx="1948814" cy="3475990"/>
            <a:chOff x="3491484" y="3305557"/>
            <a:chExt cx="1948814" cy="3475990"/>
          </a:xfrm>
        </p:grpSpPr>
        <p:pic>
          <p:nvPicPr>
            <p:cNvPr id="68" name="object 6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91484" y="3305557"/>
              <a:ext cx="1948814" cy="347586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538728" y="3329939"/>
              <a:ext cx="1864360" cy="3390900"/>
            </a:xfrm>
            <a:custGeom>
              <a:avLst/>
              <a:gdLst/>
              <a:ahLst/>
              <a:cxnLst/>
              <a:rect l="l" t="t" r="r" b="b"/>
              <a:pathLst>
                <a:path w="1864360" h="3390900">
                  <a:moveTo>
                    <a:pt x="1553210" y="0"/>
                  </a:moveTo>
                  <a:lnTo>
                    <a:pt x="310642" y="0"/>
                  </a:lnTo>
                  <a:lnTo>
                    <a:pt x="264734" y="3367"/>
                  </a:lnTo>
                  <a:lnTo>
                    <a:pt x="220919" y="13151"/>
                  </a:lnTo>
                  <a:lnTo>
                    <a:pt x="179677" y="28869"/>
                  </a:lnTo>
                  <a:lnTo>
                    <a:pt x="141487" y="50042"/>
                  </a:lnTo>
                  <a:lnTo>
                    <a:pt x="106832" y="76190"/>
                  </a:lnTo>
                  <a:lnTo>
                    <a:pt x="76190" y="106832"/>
                  </a:lnTo>
                  <a:lnTo>
                    <a:pt x="50042" y="141487"/>
                  </a:lnTo>
                  <a:lnTo>
                    <a:pt x="28869" y="179677"/>
                  </a:lnTo>
                  <a:lnTo>
                    <a:pt x="13151" y="220919"/>
                  </a:lnTo>
                  <a:lnTo>
                    <a:pt x="3367" y="264734"/>
                  </a:lnTo>
                  <a:lnTo>
                    <a:pt x="0" y="310642"/>
                  </a:lnTo>
                  <a:lnTo>
                    <a:pt x="0" y="3080258"/>
                  </a:lnTo>
                  <a:lnTo>
                    <a:pt x="3367" y="3126162"/>
                  </a:lnTo>
                  <a:lnTo>
                    <a:pt x="13151" y="3169976"/>
                  </a:lnTo>
                  <a:lnTo>
                    <a:pt x="28869" y="3211217"/>
                  </a:lnTo>
                  <a:lnTo>
                    <a:pt x="50042" y="3249406"/>
                  </a:lnTo>
                  <a:lnTo>
                    <a:pt x="76190" y="3284062"/>
                  </a:lnTo>
                  <a:lnTo>
                    <a:pt x="106832" y="3314705"/>
                  </a:lnTo>
                  <a:lnTo>
                    <a:pt x="141487" y="3340854"/>
                  </a:lnTo>
                  <a:lnTo>
                    <a:pt x="179677" y="3362028"/>
                  </a:lnTo>
                  <a:lnTo>
                    <a:pt x="220919" y="3377747"/>
                  </a:lnTo>
                  <a:lnTo>
                    <a:pt x="264734" y="3387531"/>
                  </a:lnTo>
                  <a:lnTo>
                    <a:pt x="310642" y="3390900"/>
                  </a:lnTo>
                  <a:lnTo>
                    <a:pt x="1553210" y="3390900"/>
                  </a:lnTo>
                  <a:lnTo>
                    <a:pt x="1599117" y="3387531"/>
                  </a:lnTo>
                  <a:lnTo>
                    <a:pt x="1642932" y="3377747"/>
                  </a:lnTo>
                  <a:lnTo>
                    <a:pt x="1684174" y="3362028"/>
                  </a:lnTo>
                  <a:lnTo>
                    <a:pt x="1722364" y="3340854"/>
                  </a:lnTo>
                  <a:lnTo>
                    <a:pt x="1757019" y="3314705"/>
                  </a:lnTo>
                  <a:lnTo>
                    <a:pt x="1787661" y="3284062"/>
                  </a:lnTo>
                  <a:lnTo>
                    <a:pt x="1813809" y="3249406"/>
                  </a:lnTo>
                  <a:lnTo>
                    <a:pt x="1834982" y="3211217"/>
                  </a:lnTo>
                  <a:lnTo>
                    <a:pt x="1850700" y="3169976"/>
                  </a:lnTo>
                  <a:lnTo>
                    <a:pt x="1860484" y="3126162"/>
                  </a:lnTo>
                  <a:lnTo>
                    <a:pt x="1863852" y="3080258"/>
                  </a:lnTo>
                  <a:lnTo>
                    <a:pt x="1863852" y="310642"/>
                  </a:lnTo>
                  <a:lnTo>
                    <a:pt x="1860484" y="264734"/>
                  </a:lnTo>
                  <a:lnTo>
                    <a:pt x="1850700" y="220919"/>
                  </a:lnTo>
                  <a:lnTo>
                    <a:pt x="1834982" y="179677"/>
                  </a:lnTo>
                  <a:lnTo>
                    <a:pt x="1813809" y="141487"/>
                  </a:lnTo>
                  <a:lnTo>
                    <a:pt x="1787661" y="106832"/>
                  </a:lnTo>
                  <a:lnTo>
                    <a:pt x="1757019" y="76190"/>
                  </a:lnTo>
                  <a:lnTo>
                    <a:pt x="1722364" y="50042"/>
                  </a:lnTo>
                  <a:lnTo>
                    <a:pt x="1684174" y="28869"/>
                  </a:lnTo>
                  <a:lnTo>
                    <a:pt x="1642932" y="13151"/>
                  </a:lnTo>
                  <a:lnTo>
                    <a:pt x="1599117" y="3367"/>
                  </a:lnTo>
                  <a:lnTo>
                    <a:pt x="1553210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538728" y="3329939"/>
              <a:ext cx="1864360" cy="3390900"/>
            </a:xfrm>
            <a:custGeom>
              <a:avLst/>
              <a:gdLst/>
              <a:ahLst/>
              <a:cxnLst/>
              <a:rect l="l" t="t" r="r" b="b"/>
              <a:pathLst>
                <a:path w="1864360" h="3390900">
                  <a:moveTo>
                    <a:pt x="0" y="310642"/>
                  </a:moveTo>
                  <a:lnTo>
                    <a:pt x="3367" y="264734"/>
                  </a:lnTo>
                  <a:lnTo>
                    <a:pt x="13151" y="220919"/>
                  </a:lnTo>
                  <a:lnTo>
                    <a:pt x="28869" y="179677"/>
                  </a:lnTo>
                  <a:lnTo>
                    <a:pt x="50042" y="141487"/>
                  </a:lnTo>
                  <a:lnTo>
                    <a:pt x="76190" y="106832"/>
                  </a:lnTo>
                  <a:lnTo>
                    <a:pt x="106832" y="76190"/>
                  </a:lnTo>
                  <a:lnTo>
                    <a:pt x="141487" y="50042"/>
                  </a:lnTo>
                  <a:lnTo>
                    <a:pt x="179677" y="28869"/>
                  </a:lnTo>
                  <a:lnTo>
                    <a:pt x="220919" y="13151"/>
                  </a:lnTo>
                  <a:lnTo>
                    <a:pt x="264734" y="3367"/>
                  </a:lnTo>
                  <a:lnTo>
                    <a:pt x="310642" y="0"/>
                  </a:lnTo>
                  <a:lnTo>
                    <a:pt x="1553210" y="0"/>
                  </a:lnTo>
                  <a:lnTo>
                    <a:pt x="1599117" y="3367"/>
                  </a:lnTo>
                  <a:lnTo>
                    <a:pt x="1642932" y="13151"/>
                  </a:lnTo>
                  <a:lnTo>
                    <a:pt x="1684174" y="28869"/>
                  </a:lnTo>
                  <a:lnTo>
                    <a:pt x="1722364" y="50042"/>
                  </a:lnTo>
                  <a:lnTo>
                    <a:pt x="1757019" y="76190"/>
                  </a:lnTo>
                  <a:lnTo>
                    <a:pt x="1787661" y="106832"/>
                  </a:lnTo>
                  <a:lnTo>
                    <a:pt x="1813809" y="141487"/>
                  </a:lnTo>
                  <a:lnTo>
                    <a:pt x="1834982" y="179677"/>
                  </a:lnTo>
                  <a:lnTo>
                    <a:pt x="1850700" y="220919"/>
                  </a:lnTo>
                  <a:lnTo>
                    <a:pt x="1860484" y="264734"/>
                  </a:lnTo>
                  <a:lnTo>
                    <a:pt x="1863852" y="310642"/>
                  </a:lnTo>
                  <a:lnTo>
                    <a:pt x="1863852" y="3080258"/>
                  </a:lnTo>
                  <a:lnTo>
                    <a:pt x="1860484" y="3126162"/>
                  </a:lnTo>
                  <a:lnTo>
                    <a:pt x="1850700" y="3169976"/>
                  </a:lnTo>
                  <a:lnTo>
                    <a:pt x="1834982" y="3211217"/>
                  </a:lnTo>
                  <a:lnTo>
                    <a:pt x="1813809" y="3249406"/>
                  </a:lnTo>
                  <a:lnTo>
                    <a:pt x="1787661" y="3284062"/>
                  </a:lnTo>
                  <a:lnTo>
                    <a:pt x="1757019" y="3314705"/>
                  </a:lnTo>
                  <a:lnTo>
                    <a:pt x="1722364" y="3340854"/>
                  </a:lnTo>
                  <a:lnTo>
                    <a:pt x="1684174" y="3362028"/>
                  </a:lnTo>
                  <a:lnTo>
                    <a:pt x="1642932" y="3377747"/>
                  </a:lnTo>
                  <a:lnTo>
                    <a:pt x="1599117" y="3387531"/>
                  </a:lnTo>
                  <a:lnTo>
                    <a:pt x="1553210" y="3390900"/>
                  </a:lnTo>
                  <a:lnTo>
                    <a:pt x="310642" y="3390900"/>
                  </a:lnTo>
                  <a:lnTo>
                    <a:pt x="264734" y="3387531"/>
                  </a:lnTo>
                  <a:lnTo>
                    <a:pt x="220919" y="3377747"/>
                  </a:lnTo>
                  <a:lnTo>
                    <a:pt x="179677" y="3362028"/>
                  </a:lnTo>
                  <a:lnTo>
                    <a:pt x="141487" y="3340854"/>
                  </a:lnTo>
                  <a:lnTo>
                    <a:pt x="106832" y="3314705"/>
                  </a:lnTo>
                  <a:lnTo>
                    <a:pt x="76190" y="3284062"/>
                  </a:lnTo>
                  <a:lnTo>
                    <a:pt x="50042" y="3249406"/>
                  </a:lnTo>
                  <a:lnTo>
                    <a:pt x="28869" y="3211217"/>
                  </a:lnTo>
                  <a:lnTo>
                    <a:pt x="13151" y="3169976"/>
                  </a:lnTo>
                  <a:lnTo>
                    <a:pt x="3367" y="3126162"/>
                  </a:lnTo>
                  <a:lnTo>
                    <a:pt x="0" y="3080258"/>
                  </a:lnTo>
                  <a:lnTo>
                    <a:pt x="0" y="31064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3708908" y="3764026"/>
            <a:ext cx="1336675" cy="249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585858"/>
                </a:solidFill>
                <a:latin typeface="Calibri"/>
                <a:cs typeface="Calibri"/>
              </a:rPr>
              <a:t>Personalized </a:t>
            </a:r>
            <a:r>
              <a:rPr dirty="0" sz="1800" b="1">
                <a:solidFill>
                  <a:srgbClr val="585858"/>
                </a:solidFill>
                <a:latin typeface="Calibri"/>
                <a:cs typeface="Calibri"/>
              </a:rPr>
              <a:t>Suggestions</a:t>
            </a:r>
            <a:r>
              <a:rPr dirty="0" sz="1800" spc="-55" b="1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latin typeface="Calibri"/>
                <a:cs typeface="Calibri"/>
              </a:rPr>
              <a:t>– </a:t>
            </a:r>
            <a:r>
              <a:rPr dirty="0" sz="1800" spc="-10" b="1">
                <a:latin typeface="Calibri"/>
                <a:cs typeface="Calibri"/>
              </a:rPr>
              <a:t>Recommends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top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3–</a:t>
            </a:r>
            <a:r>
              <a:rPr dirty="0" sz="1800" spc="-50" b="1">
                <a:latin typeface="Calibri"/>
                <a:cs typeface="Calibri"/>
              </a:rPr>
              <a:t>5 </a:t>
            </a:r>
            <a:r>
              <a:rPr dirty="0" sz="1800" b="1">
                <a:latin typeface="Calibri"/>
                <a:cs typeface="Calibri"/>
              </a:rPr>
              <a:t>most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relevant internships </a:t>
            </a:r>
            <a:r>
              <a:rPr dirty="0" sz="1800" b="1">
                <a:latin typeface="Calibri"/>
                <a:cs typeface="Calibri"/>
              </a:rPr>
              <a:t>based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on </a:t>
            </a:r>
            <a:r>
              <a:rPr dirty="0" sz="1800" spc="-10" b="1">
                <a:latin typeface="Calibri"/>
                <a:cs typeface="Calibri"/>
              </a:rPr>
              <a:t>candidate </a:t>
            </a:r>
            <a:r>
              <a:rPr dirty="0" sz="1800" b="1">
                <a:latin typeface="Calibri"/>
                <a:cs typeface="Calibri"/>
              </a:rPr>
              <a:t>profile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inputs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1335" y="2647238"/>
            <a:ext cx="5419090" cy="929640"/>
            <a:chOff x="21335" y="2647238"/>
            <a:chExt cx="5419090" cy="929640"/>
          </a:xfrm>
        </p:grpSpPr>
        <p:pic>
          <p:nvPicPr>
            <p:cNvPr id="73" name="object 7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6304" y="2781312"/>
              <a:ext cx="5293995" cy="53618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335" y="2647238"/>
              <a:ext cx="5022723" cy="92920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193548" y="2805684"/>
              <a:ext cx="5209540" cy="451484"/>
            </a:xfrm>
            <a:custGeom>
              <a:avLst/>
              <a:gdLst/>
              <a:ahLst/>
              <a:cxnLst/>
              <a:rect l="l" t="t" r="r" b="b"/>
              <a:pathLst>
                <a:path w="5209540" h="451485">
                  <a:moveTo>
                    <a:pt x="5133848" y="0"/>
                  </a:moveTo>
                  <a:lnTo>
                    <a:pt x="75184" y="0"/>
                  </a:lnTo>
                  <a:lnTo>
                    <a:pt x="45916" y="5907"/>
                  </a:lnTo>
                  <a:lnTo>
                    <a:pt x="22018" y="22018"/>
                  </a:lnTo>
                  <a:lnTo>
                    <a:pt x="5907" y="45916"/>
                  </a:lnTo>
                  <a:lnTo>
                    <a:pt x="0" y="75183"/>
                  </a:lnTo>
                  <a:lnTo>
                    <a:pt x="0" y="375919"/>
                  </a:lnTo>
                  <a:lnTo>
                    <a:pt x="5907" y="405187"/>
                  </a:lnTo>
                  <a:lnTo>
                    <a:pt x="22018" y="429085"/>
                  </a:lnTo>
                  <a:lnTo>
                    <a:pt x="45916" y="445196"/>
                  </a:lnTo>
                  <a:lnTo>
                    <a:pt x="75184" y="451103"/>
                  </a:lnTo>
                  <a:lnTo>
                    <a:pt x="5133848" y="451103"/>
                  </a:lnTo>
                  <a:lnTo>
                    <a:pt x="5163115" y="445196"/>
                  </a:lnTo>
                  <a:lnTo>
                    <a:pt x="5187013" y="429085"/>
                  </a:lnTo>
                  <a:lnTo>
                    <a:pt x="5203124" y="405187"/>
                  </a:lnTo>
                  <a:lnTo>
                    <a:pt x="5209032" y="375919"/>
                  </a:lnTo>
                  <a:lnTo>
                    <a:pt x="5209032" y="75183"/>
                  </a:lnTo>
                  <a:lnTo>
                    <a:pt x="5203124" y="45916"/>
                  </a:lnTo>
                  <a:lnTo>
                    <a:pt x="5187013" y="22018"/>
                  </a:lnTo>
                  <a:lnTo>
                    <a:pt x="5163115" y="5907"/>
                  </a:lnTo>
                  <a:lnTo>
                    <a:pt x="5133848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93548" y="2805684"/>
              <a:ext cx="5209540" cy="451484"/>
            </a:xfrm>
            <a:custGeom>
              <a:avLst/>
              <a:gdLst/>
              <a:ahLst/>
              <a:cxnLst/>
              <a:rect l="l" t="t" r="r" b="b"/>
              <a:pathLst>
                <a:path w="5209540" h="451485">
                  <a:moveTo>
                    <a:pt x="0" y="75183"/>
                  </a:moveTo>
                  <a:lnTo>
                    <a:pt x="5907" y="45916"/>
                  </a:lnTo>
                  <a:lnTo>
                    <a:pt x="22018" y="22018"/>
                  </a:lnTo>
                  <a:lnTo>
                    <a:pt x="45916" y="5907"/>
                  </a:lnTo>
                  <a:lnTo>
                    <a:pt x="75184" y="0"/>
                  </a:lnTo>
                  <a:lnTo>
                    <a:pt x="5133848" y="0"/>
                  </a:lnTo>
                  <a:lnTo>
                    <a:pt x="5163115" y="5907"/>
                  </a:lnTo>
                  <a:lnTo>
                    <a:pt x="5187013" y="22018"/>
                  </a:lnTo>
                  <a:lnTo>
                    <a:pt x="5203124" y="45916"/>
                  </a:lnTo>
                  <a:lnTo>
                    <a:pt x="5209032" y="75183"/>
                  </a:lnTo>
                  <a:lnTo>
                    <a:pt x="5209032" y="375919"/>
                  </a:lnTo>
                  <a:lnTo>
                    <a:pt x="5203124" y="405187"/>
                  </a:lnTo>
                  <a:lnTo>
                    <a:pt x="5187013" y="429085"/>
                  </a:lnTo>
                  <a:lnTo>
                    <a:pt x="5163115" y="445196"/>
                  </a:lnTo>
                  <a:lnTo>
                    <a:pt x="5133848" y="451103"/>
                  </a:lnTo>
                  <a:lnTo>
                    <a:pt x="75184" y="451103"/>
                  </a:lnTo>
                  <a:lnTo>
                    <a:pt x="45916" y="445196"/>
                  </a:lnTo>
                  <a:lnTo>
                    <a:pt x="22018" y="429085"/>
                  </a:lnTo>
                  <a:lnTo>
                    <a:pt x="5907" y="405187"/>
                  </a:lnTo>
                  <a:lnTo>
                    <a:pt x="0" y="375919"/>
                  </a:lnTo>
                  <a:lnTo>
                    <a:pt x="0" y="7518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294843" y="2749372"/>
            <a:ext cx="44856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libri"/>
                <a:cs typeface="Calibri"/>
              </a:rPr>
              <a:t>OUR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PROPOSED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SOLUTION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42669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dirty="0" spc="-415"/>
              <a:t> </a:t>
            </a:r>
            <a:r>
              <a:rPr dirty="0" spc="-10"/>
              <a:t>APPROACH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12255" y="24320"/>
            <a:ext cx="1513840" cy="833755"/>
            <a:chOff x="-12255" y="24320"/>
            <a:chExt cx="1513840" cy="833755"/>
          </a:xfrm>
        </p:grpSpPr>
        <p:sp>
          <p:nvSpPr>
            <p:cNvPr id="4" name="object 4"/>
            <p:cNvSpPr/>
            <p:nvPr/>
          </p:nvSpPr>
          <p:spPr>
            <a:xfrm>
              <a:off x="762" y="37337"/>
              <a:ext cx="1487805" cy="807720"/>
            </a:xfrm>
            <a:custGeom>
              <a:avLst/>
              <a:gdLst/>
              <a:ahLst/>
              <a:cxnLst/>
              <a:rect l="l" t="t" r="r" b="b"/>
              <a:pathLst>
                <a:path w="1487805" h="807719">
                  <a:moveTo>
                    <a:pt x="743711" y="0"/>
                  </a:moveTo>
                  <a:lnTo>
                    <a:pt x="682715" y="1339"/>
                  </a:lnTo>
                  <a:lnTo>
                    <a:pt x="623077" y="5286"/>
                  </a:lnTo>
                  <a:lnTo>
                    <a:pt x="564988" y="11739"/>
                  </a:lnTo>
                  <a:lnTo>
                    <a:pt x="508640" y="20592"/>
                  </a:lnTo>
                  <a:lnTo>
                    <a:pt x="454224" y="31742"/>
                  </a:lnTo>
                  <a:lnTo>
                    <a:pt x="401932" y="45084"/>
                  </a:lnTo>
                  <a:lnTo>
                    <a:pt x="351955" y="60515"/>
                  </a:lnTo>
                  <a:lnTo>
                    <a:pt x="304484" y="77931"/>
                  </a:lnTo>
                  <a:lnTo>
                    <a:pt x="259711" y="97227"/>
                  </a:lnTo>
                  <a:lnTo>
                    <a:pt x="217827" y="118300"/>
                  </a:lnTo>
                  <a:lnTo>
                    <a:pt x="179023" y="141046"/>
                  </a:lnTo>
                  <a:lnTo>
                    <a:pt x="143492" y="165360"/>
                  </a:lnTo>
                  <a:lnTo>
                    <a:pt x="111424" y="191138"/>
                  </a:lnTo>
                  <a:lnTo>
                    <a:pt x="83011" y="218277"/>
                  </a:lnTo>
                  <a:lnTo>
                    <a:pt x="37914" y="276221"/>
                  </a:lnTo>
                  <a:lnTo>
                    <a:pt x="9733" y="338360"/>
                  </a:lnTo>
                  <a:lnTo>
                    <a:pt x="0" y="403859"/>
                  </a:lnTo>
                  <a:lnTo>
                    <a:pt x="2465" y="436978"/>
                  </a:lnTo>
                  <a:lnTo>
                    <a:pt x="21614" y="500901"/>
                  </a:lnTo>
                  <a:lnTo>
                    <a:pt x="58444" y="561046"/>
                  </a:lnTo>
                  <a:lnTo>
                    <a:pt x="111424" y="616581"/>
                  </a:lnTo>
                  <a:lnTo>
                    <a:pt x="143492" y="642359"/>
                  </a:lnTo>
                  <a:lnTo>
                    <a:pt x="179023" y="666673"/>
                  </a:lnTo>
                  <a:lnTo>
                    <a:pt x="217827" y="689419"/>
                  </a:lnTo>
                  <a:lnTo>
                    <a:pt x="259711" y="710492"/>
                  </a:lnTo>
                  <a:lnTo>
                    <a:pt x="304484" y="729788"/>
                  </a:lnTo>
                  <a:lnTo>
                    <a:pt x="351955" y="747204"/>
                  </a:lnTo>
                  <a:lnTo>
                    <a:pt x="401932" y="762635"/>
                  </a:lnTo>
                  <a:lnTo>
                    <a:pt x="454224" y="775977"/>
                  </a:lnTo>
                  <a:lnTo>
                    <a:pt x="508640" y="787127"/>
                  </a:lnTo>
                  <a:lnTo>
                    <a:pt x="564988" y="795980"/>
                  </a:lnTo>
                  <a:lnTo>
                    <a:pt x="623077" y="802433"/>
                  </a:lnTo>
                  <a:lnTo>
                    <a:pt x="682715" y="806380"/>
                  </a:lnTo>
                  <a:lnTo>
                    <a:pt x="743711" y="807719"/>
                  </a:lnTo>
                  <a:lnTo>
                    <a:pt x="804708" y="806380"/>
                  </a:lnTo>
                  <a:lnTo>
                    <a:pt x="864346" y="802433"/>
                  </a:lnTo>
                  <a:lnTo>
                    <a:pt x="922435" y="795980"/>
                  </a:lnTo>
                  <a:lnTo>
                    <a:pt x="978783" y="787127"/>
                  </a:lnTo>
                  <a:lnTo>
                    <a:pt x="1033199" y="775977"/>
                  </a:lnTo>
                  <a:lnTo>
                    <a:pt x="1085491" y="762635"/>
                  </a:lnTo>
                  <a:lnTo>
                    <a:pt x="1135468" y="747204"/>
                  </a:lnTo>
                  <a:lnTo>
                    <a:pt x="1182939" y="729788"/>
                  </a:lnTo>
                  <a:lnTo>
                    <a:pt x="1227712" y="710492"/>
                  </a:lnTo>
                  <a:lnTo>
                    <a:pt x="1269596" y="689419"/>
                  </a:lnTo>
                  <a:lnTo>
                    <a:pt x="1308400" y="666673"/>
                  </a:lnTo>
                  <a:lnTo>
                    <a:pt x="1343931" y="642359"/>
                  </a:lnTo>
                  <a:lnTo>
                    <a:pt x="1375999" y="616581"/>
                  </a:lnTo>
                  <a:lnTo>
                    <a:pt x="1404412" y="589442"/>
                  </a:lnTo>
                  <a:lnTo>
                    <a:pt x="1449509" y="531498"/>
                  </a:lnTo>
                  <a:lnTo>
                    <a:pt x="1477690" y="469359"/>
                  </a:lnTo>
                  <a:lnTo>
                    <a:pt x="1487424" y="403859"/>
                  </a:lnTo>
                  <a:lnTo>
                    <a:pt x="1484958" y="370741"/>
                  </a:lnTo>
                  <a:lnTo>
                    <a:pt x="1465809" y="306818"/>
                  </a:lnTo>
                  <a:lnTo>
                    <a:pt x="1428979" y="246673"/>
                  </a:lnTo>
                  <a:lnTo>
                    <a:pt x="1375999" y="191138"/>
                  </a:lnTo>
                  <a:lnTo>
                    <a:pt x="1343931" y="165360"/>
                  </a:lnTo>
                  <a:lnTo>
                    <a:pt x="1308400" y="141046"/>
                  </a:lnTo>
                  <a:lnTo>
                    <a:pt x="1269596" y="118300"/>
                  </a:lnTo>
                  <a:lnTo>
                    <a:pt x="1227712" y="97227"/>
                  </a:lnTo>
                  <a:lnTo>
                    <a:pt x="1182939" y="77931"/>
                  </a:lnTo>
                  <a:lnTo>
                    <a:pt x="1135468" y="60515"/>
                  </a:lnTo>
                  <a:lnTo>
                    <a:pt x="1085491" y="45084"/>
                  </a:lnTo>
                  <a:lnTo>
                    <a:pt x="1033199" y="31742"/>
                  </a:lnTo>
                  <a:lnTo>
                    <a:pt x="978783" y="20592"/>
                  </a:lnTo>
                  <a:lnTo>
                    <a:pt x="922435" y="11739"/>
                  </a:lnTo>
                  <a:lnTo>
                    <a:pt x="864346" y="5286"/>
                  </a:lnTo>
                  <a:lnTo>
                    <a:pt x="804708" y="1339"/>
                  </a:lnTo>
                  <a:lnTo>
                    <a:pt x="743711" y="0"/>
                  </a:lnTo>
                  <a:close/>
                </a:path>
              </a:pathLst>
            </a:custGeom>
            <a:solidFill>
              <a:srgbClr val="F1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2" y="37337"/>
              <a:ext cx="1487805" cy="807720"/>
            </a:xfrm>
            <a:custGeom>
              <a:avLst/>
              <a:gdLst/>
              <a:ahLst/>
              <a:cxnLst/>
              <a:rect l="l" t="t" r="r" b="b"/>
              <a:pathLst>
                <a:path w="1487805" h="807719">
                  <a:moveTo>
                    <a:pt x="0" y="403859"/>
                  </a:moveTo>
                  <a:lnTo>
                    <a:pt x="9733" y="338360"/>
                  </a:lnTo>
                  <a:lnTo>
                    <a:pt x="37914" y="276221"/>
                  </a:lnTo>
                  <a:lnTo>
                    <a:pt x="83011" y="218277"/>
                  </a:lnTo>
                  <a:lnTo>
                    <a:pt x="111424" y="191138"/>
                  </a:lnTo>
                  <a:lnTo>
                    <a:pt x="143492" y="165360"/>
                  </a:lnTo>
                  <a:lnTo>
                    <a:pt x="179023" y="141046"/>
                  </a:lnTo>
                  <a:lnTo>
                    <a:pt x="217827" y="118300"/>
                  </a:lnTo>
                  <a:lnTo>
                    <a:pt x="259711" y="97227"/>
                  </a:lnTo>
                  <a:lnTo>
                    <a:pt x="304484" y="77931"/>
                  </a:lnTo>
                  <a:lnTo>
                    <a:pt x="351955" y="60515"/>
                  </a:lnTo>
                  <a:lnTo>
                    <a:pt x="401932" y="45084"/>
                  </a:lnTo>
                  <a:lnTo>
                    <a:pt x="454224" y="31742"/>
                  </a:lnTo>
                  <a:lnTo>
                    <a:pt x="508640" y="20592"/>
                  </a:lnTo>
                  <a:lnTo>
                    <a:pt x="564988" y="11739"/>
                  </a:lnTo>
                  <a:lnTo>
                    <a:pt x="623077" y="5286"/>
                  </a:lnTo>
                  <a:lnTo>
                    <a:pt x="682715" y="1339"/>
                  </a:lnTo>
                  <a:lnTo>
                    <a:pt x="743711" y="0"/>
                  </a:lnTo>
                  <a:lnTo>
                    <a:pt x="804708" y="1339"/>
                  </a:lnTo>
                  <a:lnTo>
                    <a:pt x="864346" y="5286"/>
                  </a:lnTo>
                  <a:lnTo>
                    <a:pt x="922435" y="11739"/>
                  </a:lnTo>
                  <a:lnTo>
                    <a:pt x="978783" y="20592"/>
                  </a:lnTo>
                  <a:lnTo>
                    <a:pt x="1033199" y="31742"/>
                  </a:lnTo>
                  <a:lnTo>
                    <a:pt x="1085491" y="45084"/>
                  </a:lnTo>
                  <a:lnTo>
                    <a:pt x="1135468" y="60515"/>
                  </a:lnTo>
                  <a:lnTo>
                    <a:pt x="1182939" y="77931"/>
                  </a:lnTo>
                  <a:lnTo>
                    <a:pt x="1227712" y="97227"/>
                  </a:lnTo>
                  <a:lnTo>
                    <a:pt x="1269596" y="118300"/>
                  </a:lnTo>
                  <a:lnTo>
                    <a:pt x="1308400" y="141046"/>
                  </a:lnTo>
                  <a:lnTo>
                    <a:pt x="1343931" y="165360"/>
                  </a:lnTo>
                  <a:lnTo>
                    <a:pt x="1375999" y="191138"/>
                  </a:lnTo>
                  <a:lnTo>
                    <a:pt x="1404412" y="218277"/>
                  </a:lnTo>
                  <a:lnTo>
                    <a:pt x="1449509" y="276221"/>
                  </a:lnTo>
                  <a:lnTo>
                    <a:pt x="1477690" y="338360"/>
                  </a:lnTo>
                  <a:lnTo>
                    <a:pt x="1487424" y="403859"/>
                  </a:lnTo>
                  <a:lnTo>
                    <a:pt x="1484958" y="436978"/>
                  </a:lnTo>
                  <a:lnTo>
                    <a:pt x="1465809" y="500901"/>
                  </a:lnTo>
                  <a:lnTo>
                    <a:pt x="1428979" y="561046"/>
                  </a:lnTo>
                  <a:lnTo>
                    <a:pt x="1375999" y="616581"/>
                  </a:lnTo>
                  <a:lnTo>
                    <a:pt x="1343931" y="642359"/>
                  </a:lnTo>
                  <a:lnTo>
                    <a:pt x="1308400" y="666673"/>
                  </a:lnTo>
                  <a:lnTo>
                    <a:pt x="1269596" y="689419"/>
                  </a:lnTo>
                  <a:lnTo>
                    <a:pt x="1227712" y="710492"/>
                  </a:lnTo>
                  <a:lnTo>
                    <a:pt x="1182939" y="729788"/>
                  </a:lnTo>
                  <a:lnTo>
                    <a:pt x="1135468" y="747204"/>
                  </a:lnTo>
                  <a:lnTo>
                    <a:pt x="1085491" y="762635"/>
                  </a:lnTo>
                  <a:lnTo>
                    <a:pt x="1033199" y="775977"/>
                  </a:lnTo>
                  <a:lnTo>
                    <a:pt x="978783" y="787127"/>
                  </a:lnTo>
                  <a:lnTo>
                    <a:pt x="922435" y="795980"/>
                  </a:lnTo>
                  <a:lnTo>
                    <a:pt x="864346" y="802433"/>
                  </a:lnTo>
                  <a:lnTo>
                    <a:pt x="804708" y="806380"/>
                  </a:lnTo>
                  <a:lnTo>
                    <a:pt x="743711" y="807719"/>
                  </a:lnTo>
                  <a:lnTo>
                    <a:pt x="682715" y="806380"/>
                  </a:lnTo>
                  <a:lnTo>
                    <a:pt x="623077" y="802433"/>
                  </a:lnTo>
                  <a:lnTo>
                    <a:pt x="564988" y="795980"/>
                  </a:lnTo>
                  <a:lnTo>
                    <a:pt x="508640" y="787127"/>
                  </a:lnTo>
                  <a:lnTo>
                    <a:pt x="454224" y="775977"/>
                  </a:lnTo>
                  <a:lnTo>
                    <a:pt x="401932" y="762635"/>
                  </a:lnTo>
                  <a:lnTo>
                    <a:pt x="351955" y="747204"/>
                  </a:lnTo>
                  <a:lnTo>
                    <a:pt x="304484" y="729788"/>
                  </a:lnTo>
                  <a:lnTo>
                    <a:pt x="259711" y="710492"/>
                  </a:lnTo>
                  <a:lnTo>
                    <a:pt x="217827" y="689419"/>
                  </a:lnTo>
                  <a:lnTo>
                    <a:pt x="179023" y="666673"/>
                  </a:lnTo>
                  <a:lnTo>
                    <a:pt x="143492" y="642359"/>
                  </a:lnTo>
                  <a:lnTo>
                    <a:pt x="111424" y="616581"/>
                  </a:lnTo>
                  <a:lnTo>
                    <a:pt x="83011" y="589442"/>
                  </a:lnTo>
                  <a:lnTo>
                    <a:pt x="37914" y="531498"/>
                  </a:lnTo>
                  <a:lnTo>
                    <a:pt x="9733" y="469359"/>
                  </a:lnTo>
                  <a:lnTo>
                    <a:pt x="0" y="403859"/>
                  </a:lnTo>
                  <a:close/>
                </a:path>
              </a:pathLst>
            </a:custGeom>
            <a:ln w="25908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56108" y="275971"/>
            <a:ext cx="775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96840" y="24212"/>
            <a:ext cx="6924675" cy="6823075"/>
            <a:chOff x="5196840" y="24212"/>
            <a:chExt cx="6924675" cy="6823075"/>
          </a:xfrm>
        </p:grpSpPr>
        <p:pic>
          <p:nvPicPr>
            <p:cNvPr id="8" name="object 8" descr="https://www.sih.gov.in/img1/SIH-Logo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66393" y="24212"/>
              <a:ext cx="2159474" cy="9927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840" y="975367"/>
              <a:ext cx="6924675" cy="587159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44084" y="999742"/>
              <a:ext cx="6840220" cy="5786755"/>
            </a:xfrm>
            <a:custGeom>
              <a:avLst/>
              <a:gdLst/>
              <a:ahLst/>
              <a:cxnLst/>
              <a:rect l="l" t="t" r="r" b="b"/>
              <a:pathLst>
                <a:path w="6840220" h="5786755">
                  <a:moveTo>
                    <a:pt x="6839711" y="0"/>
                  </a:moveTo>
                  <a:lnTo>
                    <a:pt x="0" y="0"/>
                  </a:lnTo>
                  <a:lnTo>
                    <a:pt x="0" y="5786628"/>
                  </a:lnTo>
                  <a:lnTo>
                    <a:pt x="6839711" y="5786628"/>
                  </a:lnTo>
                  <a:lnTo>
                    <a:pt x="683971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44084" y="999742"/>
              <a:ext cx="6840220" cy="5786755"/>
            </a:xfrm>
            <a:custGeom>
              <a:avLst/>
              <a:gdLst/>
              <a:ahLst/>
              <a:cxnLst/>
              <a:rect l="l" t="t" r="r" b="b"/>
              <a:pathLst>
                <a:path w="6840220" h="5786755">
                  <a:moveTo>
                    <a:pt x="0" y="5786628"/>
                  </a:moveTo>
                  <a:lnTo>
                    <a:pt x="6839711" y="5786628"/>
                  </a:lnTo>
                  <a:lnTo>
                    <a:pt x="6839711" y="0"/>
                  </a:lnTo>
                  <a:lnTo>
                    <a:pt x="0" y="0"/>
                  </a:lnTo>
                  <a:lnTo>
                    <a:pt x="0" y="578662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5084" y="1045425"/>
              <a:ext cx="1662302" cy="12432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248" y="1696237"/>
              <a:ext cx="1325499" cy="5559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672328" y="1069847"/>
              <a:ext cx="1577340" cy="1158240"/>
            </a:xfrm>
            <a:custGeom>
              <a:avLst/>
              <a:gdLst/>
              <a:ahLst/>
              <a:cxnLst/>
              <a:rect l="l" t="t" r="r" b="b"/>
              <a:pathLst>
                <a:path w="1577340" h="1158239">
                  <a:moveTo>
                    <a:pt x="1577340" y="0"/>
                  </a:moveTo>
                  <a:lnTo>
                    <a:pt x="0" y="0"/>
                  </a:lnTo>
                  <a:lnTo>
                    <a:pt x="0" y="1158239"/>
                  </a:lnTo>
                  <a:lnTo>
                    <a:pt x="1577340" y="1158239"/>
                  </a:lnTo>
                  <a:lnTo>
                    <a:pt x="15773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672328" y="1069847"/>
              <a:ext cx="1577340" cy="1158240"/>
            </a:xfrm>
            <a:custGeom>
              <a:avLst/>
              <a:gdLst/>
              <a:ahLst/>
              <a:cxnLst/>
              <a:rect l="l" t="t" r="r" b="b"/>
              <a:pathLst>
                <a:path w="1577340" h="1158239">
                  <a:moveTo>
                    <a:pt x="0" y="1158239"/>
                  </a:moveTo>
                  <a:lnTo>
                    <a:pt x="1577340" y="1158239"/>
                  </a:lnTo>
                  <a:lnTo>
                    <a:pt x="1577340" y="0"/>
                  </a:lnTo>
                  <a:lnTo>
                    <a:pt x="0" y="0"/>
                  </a:lnTo>
                  <a:lnTo>
                    <a:pt x="0" y="1158239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3528" y="4174248"/>
            <a:ext cx="5033645" cy="2672715"/>
            <a:chOff x="33528" y="4174248"/>
            <a:chExt cx="5033645" cy="267271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28" y="4174248"/>
              <a:ext cx="5033391" cy="267271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0772" y="4198619"/>
              <a:ext cx="4948555" cy="2588260"/>
            </a:xfrm>
            <a:custGeom>
              <a:avLst/>
              <a:gdLst/>
              <a:ahLst/>
              <a:cxnLst/>
              <a:rect l="l" t="t" r="r" b="b"/>
              <a:pathLst>
                <a:path w="4948555" h="2588259">
                  <a:moveTo>
                    <a:pt x="4517136" y="0"/>
                  </a:moveTo>
                  <a:lnTo>
                    <a:pt x="431304" y="0"/>
                  </a:lnTo>
                  <a:lnTo>
                    <a:pt x="384309" y="2530"/>
                  </a:lnTo>
                  <a:lnTo>
                    <a:pt x="338780" y="9945"/>
                  </a:lnTo>
                  <a:lnTo>
                    <a:pt x="294979" y="21982"/>
                  </a:lnTo>
                  <a:lnTo>
                    <a:pt x="253171" y="38378"/>
                  </a:lnTo>
                  <a:lnTo>
                    <a:pt x="213617" y="58871"/>
                  </a:lnTo>
                  <a:lnTo>
                    <a:pt x="176582" y="83198"/>
                  </a:lnTo>
                  <a:lnTo>
                    <a:pt x="142328" y="111095"/>
                  </a:lnTo>
                  <a:lnTo>
                    <a:pt x="111119" y="142301"/>
                  </a:lnTo>
                  <a:lnTo>
                    <a:pt x="83217" y="176552"/>
                  </a:lnTo>
                  <a:lnTo>
                    <a:pt x="58886" y="213585"/>
                  </a:lnTo>
                  <a:lnTo>
                    <a:pt x="38388" y="253138"/>
                  </a:lnTo>
                  <a:lnTo>
                    <a:pt x="21988" y="294948"/>
                  </a:lnTo>
                  <a:lnTo>
                    <a:pt x="9948" y="338752"/>
                  </a:lnTo>
                  <a:lnTo>
                    <a:pt x="2530" y="384288"/>
                  </a:lnTo>
                  <a:lnTo>
                    <a:pt x="0" y="431291"/>
                  </a:lnTo>
                  <a:lnTo>
                    <a:pt x="0" y="2156447"/>
                  </a:lnTo>
                  <a:lnTo>
                    <a:pt x="2530" y="2203442"/>
                  </a:lnTo>
                  <a:lnTo>
                    <a:pt x="9948" y="2248971"/>
                  </a:lnTo>
                  <a:lnTo>
                    <a:pt x="21988" y="2292772"/>
                  </a:lnTo>
                  <a:lnTo>
                    <a:pt x="38388" y="2334580"/>
                  </a:lnTo>
                  <a:lnTo>
                    <a:pt x="58886" y="2374134"/>
                  </a:lnTo>
                  <a:lnTo>
                    <a:pt x="83217" y="2411169"/>
                  </a:lnTo>
                  <a:lnTo>
                    <a:pt x="111119" y="2445423"/>
                  </a:lnTo>
                  <a:lnTo>
                    <a:pt x="142328" y="2476632"/>
                  </a:lnTo>
                  <a:lnTo>
                    <a:pt x="176582" y="2504534"/>
                  </a:lnTo>
                  <a:lnTo>
                    <a:pt x="213617" y="2528865"/>
                  </a:lnTo>
                  <a:lnTo>
                    <a:pt x="253171" y="2549363"/>
                  </a:lnTo>
                  <a:lnTo>
                    <a:pt x="294979" y="2565763"/>
                  </a:lnTo>
                  <a:lnTo>
                    <a:pt x="338780" y="2577803"/>
                  </a:lnTo>
                  <a:lnTo>
                    <a:pt x="384309" y="2585221"/>
                  </a:lnTo>
                  <a:lnTo>
                    <a:pt x="431304" y="2587752"/>
                  </a:lnTo>
                  <a:lnTo>
                    <a:pt x="4517136" y="2587752"/>
                  </a:lnTo>
                  <a:lnTo>
                    <a:pt x="4564139" y="2585221"/>
                  </a:lnTo>
                  <a:lnTo>
                    <a:pt x="4609675" y="2577803"/>
                  </a:lnTo>
                  <a:lnTo>
                    <a:pt x="4653479" y="2565763"/>
                  </a:lnTo>
                  <a:lnTo>
                    <a:pt x="4695289" y="2549363"/>
                  </a:lnTo>
                  <a:lnTo>
                    <a:pt x="4734842" y="2528865"/>
                  </a:lnTo>
                  <a:lnTo>
                    <a:pt x="4771875" y="2504534"/>
                  </a:lnTo>
                  <a:lnTo>
                    <a:pt x="4806126" y="2476632"/>
                  </a:lnTo>
                  <a:lnTo>
                    <a:pt x="4837332" y="2445423"/>
                  </a:lnTo>
                  <a:lnTo>
                    <a:pt x="4865229" y="2411169"/>
                  </a:lnTo>
                  <a:lnTo>
                    <a:pt x="4889556" y="2374134"/>
                  </a:lnTo>
                  <a:lnTo>
                    <a:pt x="4910049" y="2334580"/>
                  </a:lnTo>
                  <a:lnTo>
                    <a:pt x="4926445" y="2292772"/>
                  </a:lnTo>
                  <a:lnTo>
                    <a:pt x="4938482" y="2248971"/>
                  </a:lnTo>
                  <a:lnTo>
                    <a:pt x="4945897" y="2203442"/>
                  </a:lnTo>
                  <a:lnTo>
                    <a:pt x="4948428" y="2156447"/>
                  </a:lnTo>
                  <a:lnTo>
                    <a:pt x="4948428" y="431291"/>
                  </a:lnTo>
                  <a:lnTo>
                    <a:pt x="4945897" y="384288"/>
                  </a:lnTo>
                  <a:lnTo>
                    <a:pt x="4938482" y="338752"/>
                  </a:lnTo>
                  <a:lnTo>
                    <a:pt x="4926445" y="294948"/>
                  </a:lnTo>
                  <a:lnTo>
                    <a:pt x="4910049" y="253138"/>
                  </a:lnTo>
                  <a:lnTo>
                    <a:pt x="4889556" y="213585"/>
                  </a:lnTo>
                  <a:lnTo>
                    <a:pt x="4865229" y="176552"/>
                  </a:lnTo>
                  <a:lnTo>
                    <a:pt x="4837332" y="142301"/>
                  </a:lnTo>
                  <a:lnTo>
                    <a:pt x="4806126" y="111095"/>
                  </a:lnTo>
                  <a:lnTo>
                    <a:pt x="4771875" y="83198"/>
                  </a:lnTo>
                  <a:lnTo>
                    <a:pt x="4734842" y="58871"/>
                  </a:lnTo>
                  <a:lnTo>
                    <a:pt x="4695289" y="38378"/>
                  </a:lnTo>
                  <a:lnTo>
                    <a:pt x="4653479" y="21982"/>
                  </a:lnTo>
                  <a:lnTo>
                    <a:pt x="4609675" y="9945"/>
                  </a:lnTo>
                  <a:lnTo>
                    <a:pt x="4564139" y="2530"/>
                  </a:lnTo>
                  <a:lnTo>
                    <a:pt x="451713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772" y="4198619"/>
              <a:ext cx="4948555" cy="2588260"/>
            </a:xfrm>
            <a:custGeom>
              <a:avLst/>
              <a:gdLst/>
              <a:ahLst/>
              <a:cxnLst/>
              <a:rect l="l" t="t" r="r" b="b"/>
              <a:pathLst>
                <a:path w="4948555" h="2588259">
                  <a:moveTo>
                    <a:pt x="0" y="431291"/>
                  </a:moveTo>
                  <a:lnTo>
                    <a:pt x="2530" y="384288"/>
                  </a:lnTo>
                  <a:lnTo>
                    <a:pt x="9948" y="338752"/>
                  </a:lnTo>
                  <a:lnTo>
                    <a:pt x="21988" y="294948"/>
                  </a:lnTo>
                  <a:lnTo>
                    <a:pt x="38388" y="253138"/>
                  </a:lnTo>
                  <a:lnTo>
                    <a:pt x="58886" y="213585"/>
                  </a:lnTo>
                  <a:lnTo>
                    <a:pt x="83217" y="176552"/>
                  </a:lnTo>
                  <a:lnTo>
                    <a:pt x="111119" y="142301"/>
                  </a:lnTo>
                  <a:lnTo>
                    <a:pt x="142328" y="111095"/>
                  </a:lnTo>
                  <a:lnTo>
                    <a:pt x="176582" y="83198"/>
                  </a:lnTo>
                  <a:lnTo>
                    <a:pt x="213617" y="58871"/>
                  </a:lnTo>
                  <a:lnTo>
                    <a:pt x="253171" y="38378"/>
                  </a:lnTo>
                  <a:lnTo>
                    <a:pt x="294979" y="21982"/>
                  </a:lnTo>
                  <a:lnTo>
                    <a:pt x="338780" y="9945"/>
                  </a:lnTo>
                  <a:lnTo>
                    <a:pt x="384309" y="2530"/>
                  </a:lnTo>
                  <a:lnTo>
                    <a:pt x="431304" y="0"/>
                  </a:lnTo>
                  <a:lnTo>
                    <a:pt x="4517136" y="0"/>
                  </a:lnTo>
                  <a:lnTo>
                    <a:pt x="4564139" y="2530"/>
                  </a:lnTo>
                  <a:lnTo>
                    <a:pt x="4609675" y="9945"/>
                  </a:lnTo>
                  <a:lnTo>
                    <a:pt x="4653479" y="21982"/>
                  </a:lnTo>
                  <a:lnTo>
                    <a:pt x="4695289" y="38378"/>
                  </a:lnTo>
                  <a:lnTo>
                    <a:pt x="4734842" y="58871"/>
                  </a:lnTo>
                  <a:lnTo>
                    <a:pt x="4771875" y="83198"/>
                  </a:lnTo>
                  <a:lnTo>
                    <a:pt x="4806126" y="111095"/>
                  </a:lnTo>
                  <a:lnTo>
                    <a:pt x="4837332" y="142301"/>
                  </a:lnTo>
                  <a:lnTo>
                    <a:pt x="4865229" y="176552"/>
                  </a:lnTo>
                  <a:lnTo>
                    <a:pt x="4889556" y="213585"/>
                  </a:lnTo>
                  <a:lnTo>
                    <a:pt x="4910049" y="253138"/>
                  </a:lnTo>
                  <a:lnTo>
                    <a:pt x="4926445" y="294948"/>
                  </a:lnTo>
                  <a:lnTo>
                    <a:pt x="4938482" y="338752"/>
                  </a:lnTo>
                  <a:lnTo>
                    <a:pt x="4945897" y="384288"/>
                  </a:lnTo>
                  <a:lnTo>
                    <a:pt x="4948428" y="431291"/>
                  </a:lnTo>
                  <a:lnTo>
                    <a:pt x="4948428" y="2156447"/>
                  </a:lnTo>
                  <a:lnTo>
                    <a:pt x="4945897" y="2203442"/>
                  </a:lnTo>
                  <a:lnTo>
                    <a:pt x="4938482" y="2248971"/>
                  </a:lnTo>
                  <a:lnTo>
                    <a:pt x="4926445" y="2292772"/>
                  </a:lnTo>
                  <a:lnTo>
                    <a:pt x="4910049" y="2334580"/>
                  </a:lnTo>
                  <a:lnTo>
                    <a:pt x="4889556" y="2374134"/>
                  </a:lnTo>
                  <a:lnTo>
                    <a:pt x="4865229" y="2411169"/>
                  </a:lnTo>
                  <a:lnTo>
                    <a:pt x="4837332" y="2445423"/>
                  </a:lnTo>
                  <a:lnTo>
                    <a:pt x="4806126" y="2476632"/>
                  </a:lnTo>
                  <a:lnTo>
                    <a:pt x="4771875" y="2504534"/>
                  </a:lnTo>
                  <a:lnTo>
                    <a:pt x="4734842" y="2528865"/>
                  </a:lnTo>
                  <a:lnTo>
                    <a:pt x="4695289" y="2549363"/>
                  </a:lnTo>
                  <a:lnTo>
                    <a:pt x="4653479" y="2565763"/>
                  </a:lnTo>
                  <a:lnTo>
                    <a:pt x="4609675" y="2577803"/>
                  </a:lnTo>
                  <a:lnTo>
                    <a:pt x="4564139" y="2585221"/>
                  </a:lnTo>
                  <a:lnTo>
                    <a:pt x="4517136" y="2587752"/>
                  </a:lnTo>
                  <a:lnTo>
                    <a:pt x="431304" y="2587752"/>
                  </a:lnTo>
                  <a:lnTo>
                    <a:pt x="384309" y="2585221"/>
                  </a:lnTo>
                  <a:lnTo>
                    <a:pt x="338780" y="2577803"/>
                  </a:lnTo>
                  <a:lnTo>
                    <a:pt x="294979" y="2565763"/>
                  </a:lnTo>
                  <a:lnTo>
                    <a:pt x="253171" y="2549363"/>
                  </a:lnTo>
                  <a:lnTo>
                    <a:pt x="213617" y="2528865"/>
                  </a:lnTo>
                  <a:lnTo>
                    <a:pt x="176582" y="2504534"/>
                  </a:lnTo>
                  <a:lnTo>
                    <a:pt x="142328" y="2476632"/>
                  </a:lnTo>
                  <a:lnTo>
                    <a:pt x="111119" y="2445423"/>
                  </a:lnTo>
                  <a:lnTo>
                    <a:pt x="83217" y="2411169"/>
                  </a:lnTo>
                  <a:lnTo>
                    <a:pt x="58886" y="2374134"/>
                  </a:lnTo>
                  <a:lnTo>
                    <a:pt x="38388" y="2334580"/>
                  </a:lnTo>
                  <a:lnTo>
                    <a:pt x="21988" y="2292772"/>
                  </a:lnTo>
                  <a:lnTo>
                    <a:pt x="9948" y="2248971"/>
                  </a:lnTo>
                  <a:lnTo>
                    <a:pt x="2530" y="2203442"/>
                  </a:lnTo>
                  <a:lnTo>
                    <a:pt x="0" y="2156447"/>
                  </a:lnTo>
                  <a:lnTo>
                    <a:pt x="0" y="431291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689354" y="4341621"/>
            <a:ext cx="17322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252525"/>
                </a:solidFill>
                <a:latin typeface="Calibri"/>
                <a:cs typeface="Calibri"/>
              </a:rPr>
              <a:t>METHODOLOGY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1063" y="4700015"/>
            <a:ext cx="1045210" cy="967740"/>
            <a:chOff x="131063" y="4700015"/>
            <a:chExt cx="1045210" cy="96774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063" y="4700015"/>
              <a:ext cx="1045019" cy="9673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783" y="4986565"/>
              <a:ext cx="950518" cy="44916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8307" y="4724399"/>
              <a:ext cx="960119" cy="882650"/>
            </a:xfrm>
            <a:custGeom>
              <a:avLst/>
              <a:gdLst/>
              <a:ahLst/>
              <a:cxnLst/>
              <a:rect l="l" t="t" r="r" b="b"/>
              <a:pathLst>
                <a:path w="960119" h="882650">
                  <a:moveTo>
                    <a:pt x="813054" y="0"/>
                  </a:moveTo>
                  <a:lnTo>
                    <a:pt x="147066" y="0"/>
                  </a:lnTo>
                  <a:lnTo>
                    <a:pt x="100584" y="7491"/>
                  </a:lnTo>
                  <a:lnTo>
                    <a:pt x="60213" y="28358"/>
                  </a:lnTo>
                  <a:lnTo>
                    <a:pt x="28376" y="60185"/>
                  </a:lnTo>
                  <a:lnTo>
                    <a:pt x="7498" y="100559"/>
                  </a:lnTo>
                  <a:lnTo>
                    <a:pt x="0" y="147066"/>
                  </a:lnTo>
                  <a:lnTo>
                    <a:pt x="0" y="735330"/>
                  </a:lnTo>
                  <a:lnTo>
                    <a:pt x="7498" y="781836"/>
                  </a:lnTo>
                  <a:lnTo>
                    <a:pt x="28376" y="822210"/>
                  </a:lnTo>
                  <a:lnTo>
                    <a:pt x="60213" y="854037"/>
                  </a:lnTo>
                  <a:lnTo>
                    <a:pt x="100584" y="874904"/>
                  </a:lnTo>
                  <a:lnTo>
                    <a:pt x="147066" y="882396"/>
                  </a:lnTo>
                  <a:lnTo>
                    <a:pt x="813054" y="882396"/>
                  </a:lnTo>
                  <a:lnTo>
                    <a:pt x="859536" y="874904"/>
                  </a:lnTo>
                  <a:lnTo>
                    <a:pt x="899906" y="854037"/>
                  </a:lnTo>
                  <a:lnTo>
                    <a:pt x="931743" y="822210"/>
                  </a:lnTo>
                  <a:lnTo>
                    <a:pt x="952621" y="781836"/>
                  </a:lnTo>
                  <a:lnTo>
                    <a:pt x="960119" y="735330"/>
                  </a:lnTo>
                  <a:lnTo>
                    <a:pt x="960119" y="147066"/>
                  </a:lnTo>
                  <a:lnTo>
                    <a:pt x="952621" y="100559"/>
                  </a:lnTo>
                  <a:lnTo>
                    <a:pt x="931743" y="60185"/>
                  </a:lnTo>
                  <a:lnTo>
                    <a:pt x="899906" y="28358"/>
                  </a:lnTo>
                  <a:lnTo>
                    <a:pt x="859536" y="7491"/>
                  </a:lnTo>
                  <a:lnTo>
                    <a:pt x="813054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78307" y="4724399"/>
              <a:ext cx="960119" cy="882650"/>
            </a:xfrm>
            <a:custGeom>
              <a:avLst/>
              <a:gdLst/>
              <a:ahLst/>
              <a:cxnLst/>
              <a:rect l="l" t="t" r="r" b="b"/>
              <a:pathLst>
                <a:path w="960119" h="882650">
                  <a:moveTo>
                    <a:pt x="0" y="147066"/>
                  </a:moveTo>
                  <a:lnTo>
                    <a:pt x="7498" y="100559"/>
                  </a:lnTo>
                  <a:lnTo>
                    <a:pt x="28376" y="60185"/>
                  </a:lnTo>
                  <a:lnTo>
                    <a:pt x="60213" y="28358"/>
                  </a:lnTo>
                  <a:lnTo>
                    <a:pt x="100584" y="7491"/>
                  </a:lnTo>
                  <a:lnTo>
                    <a:pt x="147066" y="0"/>
                  </a:lnTo>
                  <a:lnTo>
                    <a:pt x="813054" y="0"/>
                  </a:lnTo>
                  <a:lnTo>
                    <a:pt x="859536" y="7491"/>
                  </a:lnTo>
                  <a:lnTo>
                    <a:pt x="899906" y="28358"/>
                  </a:lnTo>
                  <a:lnTo>
                    <a:pt x="931743" y="60185"/>
                  </a:lnTo>
                  <a:lnTo>
                    <a:pt x="952621" y="100559"/>
                  </a:lnTo>
                  <a:lnTo>
                    <a:pt x="960119" y="147066"/>
                  </a:lnTo>
                  <a:lnTo>
                    <a:pt x="960119" y="735330"/>
                  </a:lnTo>
                  <a:lnTo>
                    <a:pt x="952621" y="781836"/>
                  </a:lnTo>
                  <a:lnTo>
                    <a:pt x="931743" y="822210"/>
                  </a:lnTo>
                  <a:lnTo>
                    <a:pt x="899906" y="854037"/>
                  </a:lnTo>
                  <a:lnTo>
                    <a:pt x="859536" y="874904"/>
                  </a:lnTo>
                  <a:lnTo>
                    <a:pt x="813054" y="882396"/>
                  </a:lnTo>
                  <a:lnTo>
                    <a:pt x="147066" y="882396"/>
                  </a:lnTo>
                  <a:lnTo>
                    <a:pt x="100584" y="874904"/>
                  </a:lnTo>
                  <a:lnTo>
                    <a:pt x="60213" y="854037"/>
                  </a:lnTo>
                  <a:lnTo>
                    <a:pt x="28376" y="822210"/>
                  </a:lnTo>
                  <a:lnTo>
                    <a:pt x="7498" y="781836"/>
                  </a:lnTo>
                  <a:lnTo>
                    <a:pt x="0" y="735330"/>
                  </a:lnTo>
                  <a:lnTo>
                    <a:pt x="0" y="14706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14045" y="5035041"/>
            <a:ext cx="687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Interface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03019" y="4696967"/>
            <a:ext cx="1115695" cy="990600"/>
            <a:chOff x="1303019" y="4696967"/>
            <a:chExt cx="1115695" cy="99060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3019" y="4783874"/>
              <a:ext cx="1107630" cy="75548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4355" y="4696967"/>
              <a:ext cx="1093863" cy="99013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350263" y="4808219"/>
              <a:ext cx="1022985" cy="670560"/>
            </a:xfrm>
            <a:custGeom>
              <a:avLst/>
              <a:gdLst/>
              <a:ahLst/>
              <a:cxnLst/>
              <a:rect l="l" t="t" r="r" b="b"/>
              <a:pathLst>
                <a:path w="1022985" h="670560">
                  <a:moveTo>
                    <a:pt x="910844" y="0"/>
                  </a:moveTo>
                  <a:lnTo>
                    <a:pt x="111760" y="0"/>
                  </a:lnTo>
                  <a:lnTo>
                    <a:pt x="68258" y="8782"/>
                  </a:lnTo>
                  <a:lnTo>
                    <a:pt x="32734" y="32734"/>
                  </a:lnTo>
                  <a:lnTo>
                    <a:pt x="8782" y="68258"/>
                  </a:lnTo>
                  <a:lnTo>
                    <a:pt x="0" y="111759"/>
                  </a:lnTo>
                  <a:lnTo>
                    <a:pt x="0" y="558799"/>
                  </a:lnTo>
                  <a:lnTo>
                    <a:pt x="8782" y="602301"/>
                  </a:lnTo>
                  <a:lnTo>
                    <a:pt x="32734" y="637825"/>
                  </a:lnTo>
                  <a:lnTo>
                    <a:pt x="68258" y="661777"/>
                  </a:lnTo>
                  <a:lnTo>
                    <a:pt x="111760" y="670559"/>
                  </a:lnTo>
                  <a:lnTo>
                    <a:pt x="910844" y="670559"/>
                  </a:lnTo>
                  <a:lnTo>
                    <a:pt x="954345" y="661777"/>
                  </a:lnTo>
                  <a:lnTo>
                    <a:pt x="989869" y="637825"/>
                  </a:lnTo>
                  <a:lnTo>
                    <a:pt x="1013821" y="602301"/>
                  </a:lnTo>
                  <a:lnTo>
                    <a:pt x="1022604" y="558799"/>
                  </a:lnTo>
                  <a:lnTo>
                    <a:pt x="1022604" y="111759"/>
                  </a:lnTo>
                  <a:lnTo>
                    <a:pt x="1013821" y="68258"/>
                  </a:lnTo>
                  <a:lnTo>
                    <a:pt x="989869" y="32734"/>
                  </a:lnTo>
                  <a:lnTo>
                    <a:pt x="954345" y="8782"/>
                  </a:lnTo>
                  <a:lnTo>
                    <a:pt x="910844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350263" y="4808219"/>
              <a:ext cx="1022985" cy="670560"/>
            </a:xfrm>
            <a:custGeom>
              <a:avLst/>
              <a:gdLst/>
              <a:ahLst/>
              <a:cxnLst/>
              <a:rect l="l" t="t" r="r" b="b"/>
              <a:pathLst>
                <a:path w="1022985" h="670560">
                  <a:moveTo>
                    <a:pt x="0" y="111759"/>
                  </a:moveTo>
                  <a:lnTo>
                    <a:pt x="8782" y="68258"/>
                  </a:lnTo>
                  <a:lnTo>
                    <a:pt x="32734" y="32734"/>
                  </a:lnTo>
                  <a:lnTo>
                    <a:pt x="68258" y="8782"/>
                  </a:lnTo>
                  <a:lnTo>
                    <a:pt x="111760" y="0"/>
                  </a:lnTo>
                  <a:lnTo>
                    <a:pt x="910844" y="0"/>
                  </a:lnTo>
                  <a:lnTo>
                    <a:pt x="954345" y="8782"/>
                  </a:lnTo>
                  <a:lnTo>
                    <a:pt x="989869" y="32734"/>
                  </a:lnTo>
                  <a:lnTo>
                    <a:pt x="1013821" y="68258"/>
                  </a:lnTo>
                  <a:lnTo>
                    <a:pt x="1022604" y="111759"/>
                  </a:lnTo>
                  <a:lnTo>
                    <a:pt x="1022604" y="558799"/>
                  </a:lnTo>
                  <a:lnTo>
                    <a:pt x="1013821" y="602301"/>
                  </a:lnTo>
                  <a:lnTo>
                    <a:pt x="989869" y="637825"/>
                  </a:lnTo>
                  <a:lnTo>
                    <a:pt x="954345" y="661777"/>
                  </a:lnTo>
                  <a:lnTo>
                    <a:pt x="910844" y="670559"/>
                  </a:lnTo>
                  <a:lnTo>
                    <a:pt x="111760" y="670559"/>
                  </a:lnTo>
                  <a:lnTo>
                    <a:pt x="68258" y="661777"/>
                  </a:lnTo>
                  <a:lnTo>
                    <a:pt x="32734" y="637825"/>
                  </a:lnTo>
                  <a:lnTo>
                    <a:pt x="8782" y="602301"/>
                  </a:lnTo>
                  <a:lnTo>
                    <a:pt x="0" y="558799"/>
                  </a:lnTo>
                  <a:lnTo>
                    <a:pt x="0" y="11175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475613" y="4754117"/>
            <a:ext cx="77089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alibri"/>
                <a:cs typeface="Calibri"/>
              </a:rPr>
              <a:t>Backend Applicati </a:t>
            </a:r>
            <a:r>
              <a:rPr dirty="0" sz="1600" spc="-25" b="1">
                <a:latin typeface="Calibri"/>
                <a:cs typeface="Calibri"/>
              </a:rPr>
              <a:t>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42032" y="4748784"/>
            <a:ext cx="995044" cy="839469"/>
            <a:chOff x="2542032" y="4748784"/>
            <a:chExt cx="995044" cy="839469"/>
          </a:xfrm>
        </p:grpSpPr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42032" y="4765573"/>
              <a:ext cx="994841" cy="76324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99944" y="4748784"/>
              <a:ext cx="876020" cy="83943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589276" y="4789932"/>
              <a:ext cx="909955" cy="678180"/>
            </a:xfrm>
            <a:custGeom>
              <a:avLst/>
              <a:gdLst/>
              <a:ahLst/>
              <a:cxnLst/>
              <a:rect l="l" t="t" r="r" b="b"/>
              <a:pathLst>
                <a:path w="909954" h="678179">
                  <a:moveTo>
                    <a:pt x="796798" y="0"/>
                  </a:moveTo>
                  <a:lnTo>
                    <a:pt x="113030" y="0"/>
                  </a:lnTo>
                  <a:lnTo>
                    <a:pt x="69008" y="8874"/>
                  </a:lnTo>
                  <a:lnTo>
                    <a:pt x="33083" y="33083"/>
                  </a:lnTo>
                  <a:lnTo>
                    <a:pt x="8874" y="69008"/>
                  </a:lnTo>
                  <a:lnTo>
                    <a:pt x="0" y="113030"/>
                  </a:lnTo>
                  <a:lnTo>
                    <a:pt x="0" y="565150"/>
                  </a:lnTo>
                  <a:lnTo>
                    <a:pt x="8874" y="609171"/>
                  </a:lnTo>
                  <a:lnTo>
                    <a:pt x="33083" y="645096"/>
                  </a:lnTo>
                  <a:lnTo>
                    <a:pt x="69008" y="669305"/>
                  </a:lnTo>
                  <a:lnTo>
                    <a:pt x="113030" y="678180"/>
                  </a:lnTo>
                  <a:lnTo>
                    <a:pt x="796798" y="678180"/>
                  </a:lnTo>
                  <a:lnTo>
                    <a:pt x="840819" y="669305"/>
                  </a:lnTo>
                  <a:lnTo>
                    <a:pt x="876744" y="645096"/>
                  </a:lnTo>
                  <a:lnTo>
                    <a:pt x="900953" y="609171"/>
                  </a:lnTo>
                  <a:lnTo>
                    <a:pt x="909827" y="565150"/>
                  </a:lnTo>
                  <a:lnTo>
                    <a:pt x="909827" y="113030"/>
                  </a:lnTo>
                  <a:lnTo>
                    <a:pt x="900953" y="69008"/>
                  </a:lnTo>
                  <a:lnTo>
                    <a:pt x="876744" y="33083"/>
                  </a:lnTo>
                  <a:lnTo>
                    <a:pt x="840819" y="8874"/>
                  </a:lnTo>
                  <a:lnTo>
                    <a:pt x="796798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589276" y="4789932"/>
              <a:ext cx="909955" cy="678180"/>
            </a:xfrm>
            <a:custGeom>
              <a:avLst/>
              <a:gdLst/>
              <a:ahLst/>
              <a:cxnLst/>
              <a:rect l="l" t="t" r="r" b="b"/>
              <a:pathLst>
                <a:path w="909954" h="678179">
                  <a:moveTo>
                    <a:pt x="0" y="113030"/>
                  </a:moveTo>
                  <a:lnTo>
                    <a:pt x="8874" y="69008"/>
                  </a:lnTo>
                  <a:lnTo>
                    <a:pt x="33083" y="33083"/>
                  </a:lnTo>
                  <a:lnTo>
                    <a:pt x="69008" y="8874"/>
                  </a:lnTo>
                  <a:lnTo>
                    <a:pt x="113030" y="0"/>
                  </a:lnTo>
                  <a:lnTo>
                    <a:pt x="796798" y="0"/>
                  </a:lnTo>
                  <a:lnTo>
                    <a:pt x="840819" y="8874"/>
                  </a:lnTo>
                  <a:lnTo>
                    <a:pt x="876744" y="33083"/>
                  </a:lnTo>
                  <a:lnTo>
                    <a:pt x="900953" y="69008"/>
                  </a:lnTo>
                  <a:lnTo>
                    <a:pt x="909827" y="113030"/>
                  </a:lnTo>
                  <a:lnTo>
                    <a:pt x="909827" y="565150"/>
                  </a:lnTo>
                  <a:lnTo>
                    <a:pt x="900953" y="609171"/>
                  </a:lnTo>
                  <a:lnTo>
                    <a:pt x="876744" y="645096"/>
                  </a:lnTo>
                  <a:lnTo>
                    <a:pt x="840819" y="669305"/>
                  </a:lnTo>
                  <a:lnTo>
                    <a:pt x="796798" y="678180"/>
                  </a:lnTo>
                  <a:lnTo>
                    <a:pt x="113030" y="678180"/>
                  </a:lnTo>
                  <a:lnTo>
                    <a:pt x="69008" y="669305"/>
                  </a:lnTo>
                  <a:lnTo>
                    <a:pt x="33083" y="645096"/>
                  </a:lnTo>
                  <a:lnTo>
                    <a:pt x="8874" y="609171"/>
                  </a:lnTo>
                  <a:lnTo>
                    <a:pt x="0" y="565150"/>
                  </a:lnTo>
                  <a:lnTo>
                    <a:pt x="0" y="11303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2711323" y="4788153"/>
            <a:ext cx="66357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254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Calibri"/>
                <a:cs typeface="Calibri"/>
              </a:rPr>
              <a:t>Use</a:t>
            </a:r>
            <a:r>
              <a:rPr dirty="0" sz="1050" spc="-25" b="1">
                <a:latin typeface="Calibri"/>
                <a:cs typeface="Calibri"/>
              </a:rPr>
              <a:t> </a:t>
            </a:r>
            <a:r>
              <a:rPr dirty="0" sz="1050" b="1">
                <a:latin typeface="Calibri"/>
                <a:cs typeface="Calibri"/>
              </a:rPr>
              <a:t>AI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spc="-25" b="1">
                <a:latin typeface="Calibri"/>
                <a:cs typeface="Calibri"/>
              </a:rPr>
              <a:t>to </a:t>
            </a:r>
            <a:r>
              <a:rPr dirty="0" sz="1050" b="1">
                <a:latin typeface="Calibri"/>
                <a:cs typeface="Calibri"/>
              </a:rPr>
              <a:t>map</a:t>
            </a:r>
            <a:r>
              <a:rPr dirty="0" sz="1050" spc="-20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skills opportuniti </a:t>
            </a:r>
            <a:r>
              <a:rPr dirty="0" sz="1050" spc="-25" b="1">
                <a:latin typeface="Calibri"/>
                <a:cs typeface="Calibri"/>
              </a:rPr>
              <a:t>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706367" y="4756442"/>
            <a:ext cx="1223645" cy="755650"/>
            <a:chOff x="3706367" y="4756442"/>
            <a:chExt cx="1223645" cy="755650"/>
          </a:xfrm>
        </p:grpSpPr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06367" y="4756442"/>
              <a:ext cx="1223429" cy="75548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87139" y="4856950"/>
              <a:ext cx="1087818" cy="58957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753611" y="4780788"/>
              <a:ext cx="1138555" cy="670560"/>
            </a:xfrm>
            <a:custGeom>
              <a:avLst/>
              <a:gdLst/>
              <a:ahLst/>
              <a:cxnLst/>
              <a:rect l="l" t="t" r="r" b="b"/>
              <a:pathLst>
                <a:path w="1138554" h="670560">
                  <a:moveTo>
                    <a:pt x="1026667" y="0"/>
                  </a:moveTo>
                  <a:lnTo>
                    <a:pt x="111760" y="0"/>
                  </a:lnTo>
                  <a:lnTo>
                    <a:pt x="68258" y="8782"/>
                  </a:lnTo>
                  <a:lnTo>
                    <a:pt x="32734" y="32734"/>
                  </a:lnTo>
                  <a:lnTo>
                    <a:pt x="8782" y="68258"/>
                  </a:lnTo>
                  <a:lnTo>
                    <a:pt x="0" y="111760"/>
                  </a:lnTo>
                  <a:lnTo>
                    <a:pt x="0" y="558800"/>
                  </a:lnTo>
                  <a:lnTo>
                    <a:pt x="8782" y="602301"/>
                  </a:lnTo>
                  <a:lnTo>
                    <a:pt x="32734" y="637825"/>
                  </a:lnTo>
                  <a:lnTo>
                    <a:pt x="68258" y="661777"/>
                  </a:lnTo>
                  <a:lnTo>
                    <a:pt x="111760" y="670560"/>
                  </a:lnTo>
                  <a:lnTo>
                    <a:pt x="1026667" y="670560"/>
                  </a:lnTo>
                  <a:lnTo>
                    <a:pt x="1070169" y="661777"/>
                  </a:lnTo>
                  <a:lnTo>
                    <a:pt x="1105693" y="637825"/>
                  </a:lnTo>
                  <a:lnTo>
                    <a:pt x="1129645" y="602301"/>
                  </a:lnTo>
                  <a:lnTo>
                    <a:pt x="1138427" y="558800"/>
                  </a:lnTo>
                  <a:lnTo>
                    <a:pt x="1138427" y="111760"/>
                  </a:lnTo>
                  <a:lnTo>
                    <a:pt x="1129645" y="68258"/>
                  </a:lnTo>
                  <a:lnTo>
                    <a:pt x="1105693" y="32734"/>
                  </a:lnTo>
                  <a:lnTo>
                    <a:pt x="1070169" y="8782"/>
                  </a:lnTo>
                  <a:lnTo>
                    <a:pt x="1026667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753611" y="4780788"/>
              <a:ext cx="1138555" cy="670560"/>
            </a:xfrm>
            <a:custGeom>
              <a:avLst/>
              <a:gdLst/>
              <a:ahLst/>
              <a:cxnLst/>
              <a:rect l="l" t="t" r="r" b="b"/>
              <a:pathLst>
                <a:path w="1138554" h="670560">
                  <a:moveTo>
                    <a:pt x="0" y="111760"/>
                  </a:moveTo>
                  <a:lnTo>
                    <a:pt x="8782" y="68258"/>
                  </a:lnTo>
                  <a:lnTo>
                    <a:pt x="32734" y="32734"/>
                  </a:lnTo>
                  <a:lnTo>
                    <a:pt x="68258" y="8782"/>
                  </a:lnTo>
                  <a:lnTo>
                    <a:pt x="111760" y="0"/>
                  </a:lnTo>
                  <a:lnTo>
                    <a:pt x="1026667" y="0"/>
                  </a:lnTo>
                  <a:lnTo>
                    <a:pt x="1070169" y="8782"/>
                  </a:lnTo>
                  <a:lnTo>
                    <a:pt x="1105693" y="32734"/>
                  </a:lnTo>
                  <a:lnTo>
                    <a:pt x="1129645" y="68258"/>
                  </a:lnTo>
                  <a:lnTo>
                    <a:pt x="1138427" y="111760"/>
                  </a:lnTo>
                  <a:lnTo>
                    <a:pt x="1138427" y="558800"/>
                  </a:lnTo>
                  <a:lnTo>
                    <a:pt x="1129645" y="602301"/>
                  </a:lnTo>
                  <a:lnTo>
                    <a:pt x="1105693" y="637825"/>
                  </a:lnTo>
                  <a:lnTo>
                    <a:pt x="1070169" y="661777"/>
                  </a:lnTo>
                  <a:lnTo>
                    <a:pt x="1026667" y="670560"/>
                  </a:lnTo>
                  <a:lnTo>
                    <a:pt x="111760" y="670560"/>
                  </a:lnTo>
                  <a:lnTo>
                    <a:pt x="68258" y="661777"/>
                  </a:lnTo>
                  <a:lnTo>
                    <a:pt x="32734" y="637825"/>
                  </a:lnTo>
                  <a:lnTo>
                    <a:pt x="8782" y="602301"/>
                  </a:lnTo>
                  <a:lnTo>
                    <a:pt x="0" y="558800"/>
                  </a:lnTo>
                  <a:lnTo>
                    <a:pt x="0" y="11176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886580" y="4891278"/>
            <a:ext cx="8724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latin typeface="Calibri"/>
                <a:cs typeface="Calibri"/>
              </a:rPr>
              <a:t>Dashboard</a:t>
            </a:r>
            <a:r>
              <a:rPr dirty="0" sz="900" spc="35" b="1">
                <a:latin typeface="Calibri"/>
                <a:cs typeface="Calibri"/>
              </a:rPr>
              <a:t> </a:t>
            </a:r>
            <a:r>
              <a:rPr dirty="0" sz="900" spc="-20" b="1">
                <a:latin typeface="Calibri"/>
                <a:cs typeface="Calibri"/>
              </a:rPr>
              <a:t>shows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matches</a:t>
            </a:r>
            <a:r>
              <a:rPr dirty="0" sz="900" spc="-45" b="1">
                <a:latin typeface="Calibri"/>
                <a:cs typeface="Calibri"/>
              </a:rPr>
              <a:t> </a:t>
            </a:r>
            <a:r>
              <a:rPr dirty="0" sz="900" spc="-50" b="1">
                <a:latin typeface="Calibri"/>
                <a:cs typeface="Calibri"/>
              </a:rPr>
              <a:t>+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progress</a:t>
            </a:r>
            <a:r>
              <a:rPr dirty="0" sz="900" spc="-40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tracking.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69163" y="5830823"/>
            <a:ext cx="1169035" cy="876300"/>
            <a:chOff x="169163" y="5830823"/>
            <a:chExt cx="1169035" cy="876300"/>
          </a:xfrm>
        </p:grpSpPr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9831" y="5900927"/>
              <a:ext cx="1157820" cy="68078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9163" y="5830823"/>
              <a:ext cx="953719" cy="87602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27075" y="5925311"/>
              <a:ext cx="1073150" cy="596265"/>
            </a:xfrm>
            <a:custGeom>
              <a:avLst/>
              <a:gdLst/>
              <a:ahLst/>
              <a:cxnLst/>
              <a:rect l="l" t="t" r="r" b="b"/>
              <a:pathLst>
                <a:path w="1073150" h="596265">
                  <a:moveTo>
                    <a:pt x="1072896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1072896" y="595884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27075" y="5925311"/>
              <a:ext cx="1073150" cy="596265"/>
            </a:xfrm>
            <a:custGeom>
              <a:avLst/>
              <a:gdLst/>
              <a:ahLst/>
              <a:cxnLst/>
              <a:rect l="l" t="t" r="r" b="b"/>
              <a:pathLst>
                <a:path w="1073150" h="596265">
                  <a:moveTo>
                    <a:pt x="0" y="595884"/>
                  </a:moveTo>
                  <a:lnTo>
                    <a:pt x="1072896" y="595884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305511" y="5879693"/>
            <a:ext cx="69024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Calibri"/>
                <a:cs typeface="Calibri"/>
              </a:rPr>
              <a:t>React.js+ Tailwind </a:t>
            </a:r>
            <a:r>
              <a:rPr dirty="0" sz="1400" spc="-25" b="1">
                <a:latin typeface="Calibri"/>
                <a:cs typeface="Calibri"/>
              </a:rPr>
              <a:t>CSS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95755" y="5015534"/>
            <a:ext cx="2770505" cy="1566545"/>
            <a:chOff x="1095755" y="5015534"/>
            <a:chExt cx="2770505" cy="1566545"/>
          </a:xfrm>
        </p:grpSpPr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5755" y="5042966"/>
              <a:ext cx="367017" cy="23299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7856" y="5113655"/>
              <a:ext cx="212915" cy="7721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30195" y="5029250"/>
              <a:ext cx="371475" cy="23299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72741" y="5097018"/>
              <a:ext cx="217677" cy="7759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56432" y="5015534"/>
              <a:ext cx="409575" cy="23299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499230" y="5081905"/>
              <a:ext cx="255270" cy="78105"/>
            </a:xfrm>
            <a:custGeom>
              <a:avLst/>
              <a:gdLst/>
              <a:ahLst/>
              <a:cxnLst/>
              <a:rect l="l" t="t" r="r" b="b"/>
              <a:pathLst>
                <a:path w="255270" h="78104">
                  <a:moveTo>
                    <a:pt x="233136" y="25273"/>
                  </a:moveTo>
                  <a:lnTo>
                    <a:pt x="189738" y="25273"/>
                  </a:lnTo>
                  <a:lnTo>
                    <a:pt x="191135" y="51054"/>
                  </a:lnTo>
                  <a:lnTo>
                    <a:pt x="178137" y="51706"/>
                  </a:lnTo>
                  <a:lnTo>
                    <a:pt x="179451" y="77597"/>
                  </a:lnTo>
                  <a:lnTo>
                    <a:pt x="255143" y="34925"/>
                  </a:lnTo>
                  <a:lnTo>
                    <a:pt x="233136" y="25273"/>
                  </a:lnTo>
                  <a:close/>
                </a:path>
                <a:path w="255270" h="78104">
                  <a:moveTo>
                    <a:pt x="176829" y="25921"/>
                  </a:moveTo>
                  <a:lnTo>
                    <a:pt x="0" y="34798"/>
                  </a:lnTo>
                  <a:lnTo>
                    <a:pt x="1270" y="60579"/>
                  </a:lnTo>
                  <a:lnTo>
                    <a:pt x="178137" y="51706"/>
                  </a:lnTo>
                  <a:lnTo>
                    <a:pt x="176829" y="25921"/>
                  </a:lnTo>
                  <a:close/>
                </a:path>
                <a:path w="255270" h="78104">
                  <a:moveTo>
                    <a:pt x="189738" y="25273"/>
                  </a:moveTo>
                  <a:lnTo>
                    <a:pt x="176829" y="25921"/>
                  </a:lnTo>
                  <a:lnTo>
                    <a:pt x="178104" y="51054"/>
                  </a:lnTo>
                  <a:lnTo>
                    <a:pt x="178137" y="51706"/>
                  </a:lnTo>
                  <a:lnTo>
                    <a:pt x="191135" y="51054"/>
                  </a:lnTo>
                  <a:lnTo>
                    <a:pt x="189773" y="25921"/>
                  </a:lnTo>
                  <a:lnTo>
                    <a:pt x="189738" y="25273"/>
                  </a:lnTo>
                  <a:close/>
                </a:path>
                <a:path w="255270" h="78104">
                  <a:moveTo>
                    <a:pt x="175514" y="0"/>
                  </a:moveTo>
                  <a:lnTo>
                    <a:pt x="176796" y="25273"/>
                  </a:lnTo>
                  <a:lnTo>
                    <a:pt x="176829" y="25921"/>
                  </a:lnTo>
                  <a:lnTo>
                    <a:pt x="189738" y="25273"/>
                  </a:lnTo>
                  <a:lnTo>
                    <a:pt x="233136" y="25273"/>
                  </a:lnTo>
                  <a:lnTo>
                    <a:pt x="17551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86839" y="5900928"/>
              <a:ext cx="932218" cy="68078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72768" y="6003036"/>
              <a:ext cx="618375" cy="51937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434083" y="5925312"/>
              <a:ext cx="847725" cy="596265"/>
            </a:xfrm>
            <a:custGeom>
              <a:avLst/>
              <a:gdLst/>
              <a:ahLst/>
              <a:cxnLst/>
              <a:rect l="l" t="t" r="r" b="b"/>
              <a:pathLst>
                <a:path w="847725" h="596265">
                  <a:moveTo>
                    <a:pt x="847343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847343" y="595884"/>
                  </a:lnTo>
                  <a:lnTo>
                    <a:pt x="847343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434083" y="5925312"/>
              <a:ext cx="847725" cy="596265"/>
            </a:xfrm>
            <a:custGeom>
              <a:avLst/>
              <a:gdLst/>
              <a:ahLst/>
              <a:cxnLst/>
              <a:rect l="l" t="t" r="r" b="b"/>
              <a:pathLst>
                <a:path w="847725" h="596265">
                  <a:moveTo>
                    <a:pt x="0" y="595884"/>
                  </a:moveTo>
                  <a:lnTo>
                    <a:pt x="847343" y="595884"/>
                  </a:lnTo>
                  <a:lnTo>
                    <a:pt x="847343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1683511" y="6042761"/>
            <a:ext cx="37719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latin typeface="Calibri"/>
                <a:cs typeface="Calibri"/>
              </a:rPr>
              <a:t>Spring</a:t>
            </a:r>
            <a:endParaRPr sz="105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5"/>
              </a:spcBef>
            </a:pPr>
            <a:r>
              <a:rPr dirty="0" sz="1050" spc="-20" b="1">
                <a:latin typeface="Calibri"/>
                <a:cs typeface="Calibri"/>
              </a:rPr>
              <a:t>Boot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2383535" y="5900928"/>
            <a:ext cx="1153795" cy="681355"/>
            <a:chOff x="2383535" y="5900928"/>
            <a:chExt cx="1153795" cy="681355"/>
          </a:xfrm>
        </p:grpSpPr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83535" y="5900928"/>
              <a:ext cx="1153274" cy="68078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430779" y="5925312"/>
              <a:ext cx="1068705" cy="596265"/>
            </a:xfrm>
            <a:custGeom>
              <a:avLst/>
              <a:gdLst/>
              <a:ahLst/>
              <a:cxnLst/>
              <a:rect l="l" t="t" r="r" b="b"/>
              <a:pathLst>
                <a:path w="1068704" h="596265">
                  <a:moveTo>
                    <a:pt x="1068323" y="0"/>
                  </a:moveTo>
                  <a:lnTo>
                    <a:pt x="0" y="0"/>
                  </a:lnTo>
                  <a:lnTo>
                    <a:pt x="0" y="595884"/>
                  </a:lnTo>
                  <a:lnTo>
                    <a:pt x="1068323" y="595884"/>
                  </a:lnTo>
                  <a:lnTo>
                    <a:pt x="1068323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430779" y="5925312"/>
              <a:ext cx="1068705" cy="596265"/>
            </a:xfrm>
            <a:custGeom>
              <a:avLst/>
              <a:gdLst/>
              <a:ahLst/>
              <a:cxnLst/>
              <a:rect l="l" t="t" r="r" b="b"/>
              <a:pathLst>
                <a:path w="1068704" h="596265">
                  <a:moveTo>
                    <a:pt x="0" y="595884"/>
                  </a:moveTo>
                  <a:lnTo>
                    <a:pt x="1068323" y="595884"/>
                  </a:lnTo>
                  <a:lnTo>
                    <a:pt x="1068323" y="0"/>
                  </a:lnTo>
                  <a:lnTo>
                    <a:pt x="0" y="0"/>
                  </a:lnTo>
                  <a:lnTo>
                    <a:pt x="0" y="59588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2607691" y="6128715"/>
            <a:ext cx="7124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Calibri"/>
                <a:cs typeface="Calibri"/>
              </a:rPr>
              <a:t>BERT</a:t>
            </a:r>
            <a:r>
              <a:rPr dirty="0" sz="1000" spc="-30" b="1">
                <a:latin typeface="Calibri"/>
                <a:cs typeface="Calibri"/>
              </a:rPr>
              <a:t> </a:t>
            </a:r>
            <a:r>
              <a:rPr dirty="0" sz="1000" spc="-10" b="1">
                <a:latin typeface="Calibri"/>
                <a:cs typeface="Calibri"/>
              </a:rPr>
              <a:t>MODEL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3601211" y="5919215"/>
            <a:ext cx="1290955" cy="655320"/>
            <a:chOff x="3601211" y="5919215"/>
            <a:chExt cx="1290955" cy="655320"/>
          </a:xfrm>
        </p:grpSpPr>
        <p:pic>
          <p:nvPicPr>
            <p:cNvPr id="69" name="object 6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01211" y="5919215"/>
              <a:ext cx="1290447" cy="654977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648455" y="5943599"/>
              <a:ext cx="1205865" cy="570230"/>
            </a:xfrm>
            <a:custGeom>
              <a:avLst/>
              <a:gdLst/>
              <a:ahLst/>
              <a:cxnLst/>
              <a:rect l="l" t="t" r="r" b="b"/>
              <a:pathLst>
                <a:path w="1205864" h="570229">
                  <a:moveTo>
                    <a:pt x="1205484" y="0"/>
                  </a:moveTo>
                  <a:lnTo>
                    <a:pt x="0" y="0"/>
                  </a:lnTo>
                  <a:lnTo>
                    <a:pt x="0" y="569976"/>
                  </a:lnTo>
                  <a:lnTo>
                    <a:pt x="1205484" y="569976"/>
                  </a:lnTo>
                  <a:lnTo>
                    <a:pt x="1205484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48455" y="5943599"/>
              <a:ext cx="1205865" cy="570230"/>
            </a:xfrm>
            <a:custGeom>
              <a:avLst/>
              <a:gdLst/>
              <a:ahLst/>
              <a:cxnLst/>
              <a:rect l="l" t="t" r="r" b="b"/>
              <a:pathLst>
                <a:path w="1205864" h="570229">
                  <a:moveTo>
                    <a:pt x="0" y="569976"/>
                  </a:moveTo>
                  <a:lnTo>
                    <a:pt x="1205484" y="569976"/>
                  </a:lnTo>
                  <a:lnTo>
                    <a:pt x="1205484" y="0"/>
                  </a:lnTo>
                  <a:lnTo>
                    <a:pt x="0" y="0"/>
                  </a:lnTo>
                  <a:lnTo>
                    <a:pt x="0" y="56997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3843654" y="6128105"/>
            <a:ext cx="8147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latin typeface="Calibri"/>
                <a:cs typeface="Calibri"/>
              </a:rPr>
              <a:t>Web</a:t>
            </a:r>
            <a:r>
              <a:rPr dirty="0" sz="1050" spc="-15" b="1">
                <a:latin typeface="Calibri"/>
                <a:cs typeface="Calibri"/>
              </a:rPr>
              <a:t> </a:t>
            </a:r>
            <a:r>
              <a:rPr dirty="0" sz="1050" spc="-10" b="1">
                <a:latin typeface="Calibri"/>
                <a:cs typeface="Calibri"/>
              </a:rPr>
              <a:t>Interface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594359" y="5457444"/>
            <a:ext cx="3680460" cy="565150"/>
            <a:chOff x="594359" y="5457444"/>
            <a:chExt cx="3680460" cy="565150"/>
          </a:xfrm>
        </p:grpSpPr>
        <p:pic>
          <p:nvPicPr>
            <p:cNvPr id="74" name="object 7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72712" y="5471160"/>
              <a:ext cx="101980" cy="55116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228338" y="5493258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w="0" h="463550">
                  <a:moveTo>
                    <a:pt x="0" y="0"/>
                  </a:moveTo>
                  <a:lnTo>
                    <a:pt x="0" y="463003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02892" y="5457444"/>
              <a:ext cx="104775" cy="53468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858518" y="5479542"/>
              <a:ext cx="3810" cy="447040"/>
            </a:xfrm>
            <a:custGeom>
              <a:avLst/>
              <a:gdLst/>
              <a:ahLst/>
              <a:cxnLst/>
              <a:rect l="l" t="t" r="r" b="b"/>
              <a:pathLst>
                <a:path w="3810" h="447039">
                  <a:moveTo>
                    <a:pt x="3301" y="0"/>
                  </a:moveTo>
                  <a:lnTo>
                    <a:pt x="0" y="446671"/>
                  </a:lnTo>
                </a:path>
              </a:pathLst>
            </a:custGeom>
            <a:ln w="25907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909315" y="5513832"/>
              <a:ext cx="101981" cy="479793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964942" y="5535930"/>
              <a:ext cx="0" cy="391795"/>
            </a:xfrm>
            <a:custGeom>
              <a:avLst/>
              <a:gdLst/>
              <a:ahLst/>
              <a:cxnLst/>
              <a:rect l="l" t="t" r="r" b="b"/>
              <a:pathLst>
                <a:path w="0" h="391795">
                  <a:moveTo>
                    <a:pt x="0" y="0"/>
                  </a:moveTo>
                  <a:lnTo>
                    <a:pt x="0" y="391248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4359" y="5583936"/>
              <a:ext cx="110362" cy="40957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49985" y="5607558"/>
              <a:ext cx="10160" cy="320040"/>
            </a:xfrm>
            <a:custGeom>
              <a:avLst/>
              <a:gdLst/>
              <a:ahLst/>
              <a:cxnLst/>
              <a:rect l="l" t="t" r="r" b="b"/>
              <a:pathLst>
                <a:path w="10159" h="320039">
                  <a:moveTo>
                    <a:pt x="9563" y="0"/>
                  </a:moveTo>
                  <a:lnTo>
                    <a:pt x="0" y="319938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5974715" y="1758188"/>
            <a:ext cx="988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STUDENTS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737347" y="1185633"/>
            <a:ext cx="1722120" cy="1048385"/>
            <a:chOff x="7737347" y="1185633"/>
            <a:chExt cx="1722120" cy="1048385"/>
          </a:xfrm>
        </p:grpSpPr>
        <p:pic>
          <p:nvPicPr>
            <p:cNvPr id="84" name="object 8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737347" y="1196327"/>
              <a:ext cx="1721738" cy="103747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853171" y="1185633"/>
              <a:ext cx="1534287" cy="99013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784591" y="1220724"/>
              <a:ext cx="1637030" cy="952500"/>
            </a:xfrm>
            <a:custGeom>
              <a:avLst/>
              <a:gdLst/>
              <a:ahLst/>
              <a:cxnLst/>
              <a:rect l="l" t="t" r="r" b="b"/>
              <a:pathLst>
                <a:path w="1637029" h="952500">
                  <a:moveTo>
                    <a:pt x="1636776" y="0"/>
                  </a:moveTo>
                  <a:lnTo>
                    <a:pt x="0" y="0"/>
                  </a:lnTo>
                  <a:lnTo>
                    <a:pt x="0" y="952500"/>
                  </a:lnTo>
                  <a:lnTo>
                    <a:pt x="1636776" y="952500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784591" y="1220724"/>
              <a:ext cx="1637030" cy="952500"/>
            </a:xfrm>
            <a:custGeom>
              <a:avLst/>
              <a:gdLst/>
              <a:ahLst/>
              <a:cxnLst/>
              <a:rect l="l" t="t" r="r" b="b"/>
              <a:pathLst>
                <a:path w="1637029" h="952500">
                  <a:moveTo>
                    <a:pt x="0" y="952500"/>
                  </a:moveTo>
                  <a:lnTo>
                    <a:pt x="1636776" y="952500"/>
                  </a:lnTo>
                  <a:lnTo>
                    <a:pt x="1636776" y="0"/>
                  </a:lnTo>
                  <a:lnTo>
                    <a:pt x="0" y="0"/>
                  </a:lnTo>
                  <a:lnTo>
                    <a:pt x="0" y="952500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8019288" y="1241552"/>
            <a:ext cx="117919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SIGNIN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USING </a:t>
            </a:r>
            <a:r>
              <a:rPr dirty="0" sz="1600">
                <a:latin typeface="Calibri"/>
                <a:cs typeface="Calibri"/>
              </a:rPr>
              <a:t>GOOGLE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OR </a:t>
            </a:r>
            <a:r>
              <a:rPr dirty="0" sz="1600" spc="-10">
                <a:latin typeface="Calibri"/>
                <a:cs typeface="Calibri"/>
              </a:rPr>
              <a:t>GITHUB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711440" y="2698965"/>
            <a:ext cx="1772285" cy="990600"/>
            <a:chOff x="7711440" y="2698965"/>
            <a:chExt cx="1772285" cy="990600"/>
          </a:xfrm>
        </p:grpSpPr>
        <p:pic>
          <p:nvPicPr>
            <p:cNvPr id="90" name="object 9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737348" y="2709633"/>
              <a:ext cx="1721738" cy="958253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711440" y="2698965"/>
              <a:ext cx="1772030" cy="990130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784592" y="2734055"/>
              <a:ext cx="1637030" cy="873760"/>
            </a:xfrm>
            <a:custGeom>
              <a:avLst/>
              <a:gdLst/>
              <a:ahLst/>
              <a:cxnLst/>
              <a:rect l="l" t="t" r="r" b="b"/>
              <a:pathLst>
                <a:path w="1637029" h="873760">
                  <a:moveTo>
                    <a:pt x="1636776" y="0"/>
                  </a:moveTo>
                  <a:lnTo>
                    <a:pt x="0" y="0"/>
                  </a:lnTo>
                  <a:lnTo>
                    <a:pt x="0" y="873252"/>
                  </a:lnTo>
                  <a:lnTo>
                    <a:pt x="1636776" y="873252"/>
                  </a:lnTo>
                  <a:lnTo>
                    <a:pt x="16367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784592" y="2734055"/>
              <a:ext cx="1637030" cy="873760"/>
            </a:xfrm>
            <a:custGeom>
              <a:avLst/>
              <a:gdLst/>
              <a:ahLst/>
              <a:cxnLst/>
              <a:rect l="l" t="t" r="r" b="b"/>
              <a:pathLst>
                <a:path w="1637029" h="873760">
                  <a:moveTo>
                    <a:pt x="0" y="873252"/>
                  </a:moveTo>
                  <a:lnTo>
                    <a:pt x="1636776" y="873252"/>
                  </a:lnTo>
                  <a:lnTo>
                    <a:pt x="1636776" y="0"/>
                  </a:lnTo>
                  <a:lnTo>
                    <a:pt x="0" y="0"/>
                  </a:lnTo>
                  <a:lnTo>
                    <a:pt x="0" y="873252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7876667" y="2755773"/>
            <a:ext cx="146431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00000"/>
              </a:lnSpc>
              <a:spcBef>
                <a:spcPts val="95"/>
              </a:spcBef>
              <a:tabLst>
                <a:tab pos="885190" algn="l"/>
              </a:tabLst>
            </a:pPr>
            <a:r>
              <a:rPr dirty="0" sz="1600" spc="-20">
                <a:latin typeface="Calibri"/>
                <a:cs typeface="Calibri"/>
              </a:rPr>
              <a:t>TYPE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SKILLS, </a:t>
            </a:r>
            <a:r>
              <a:rPr dirty="0" sz="1600">
                <a:latin typeface="Calibri"/>
                <a:cs typeface="Calibri"/>
              </a:rPr>
              <a:t>LOCATION</a:t>
            </a:r>
            <a:r>
              <a:rPr dirty="0" sz="1600" spc="459">
                <a:latin typeface="Calibri"/>
                <a:cs typeface="Calibri"/>
              </a:rPr>
              <a:t>  </a:t>
            </a:r>
            <a:r>
              <a:rPr dirty="0" sz="1600" spc="-25">
                <a:latin typeface="Calibri"/>
                <a:cs typeface="Calibri"/>
              </a:rPr>
              <a:t>AND </a:t>
            </a:r>
            <a:r>
              <a:rPr dirty="0" sz="1600" spc="-10">
                <a:latin typeface="Calibri"/>
                <a:cs typeface="Calibri"/>
              </a:rPr>
              <a:t>INTERESET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7737347" y="4264177"/>
            <a:ext cx="1760220" cy="1040765"/>
            <a:chOff x="7737347" y="4264177"/>
            <a:chExt cx="1760220" cy="1040765"/>
          </a:xfrm>
        </p:grpSpPr>
        <p:pic>
          <p:nvPicPr>
            <p:cNvPr id="96" name="object 9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737347" y="4264177"/>
              <a:ext cx="1759838" cy="104048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808975" y="4270260"/>
              <a:ext cx="1650110" cy="944486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7784591" y="4288535"/>
              <a:ext cx="1675130" cy="955675"/>
            </a:xfrm>
            <a:custGeom>
              <a:avLst/>
              <a:gdLst/>
              <a:ahLst/>
              <a:cxnLst/>
              <a:rect l="l" t="t" r="r" b="b"/>
              <a:pathLst>
                <a:path w="1675129" h="955675">
                  <a:moveTo>
                    <a:pt x="1674876" y="0"/>
                  </a:moveTo>
                  <a:lnTo>
                    <a:pt x="0" y="0"/>
                  </a:lnTo>
                  <a:lnTo>
                    <a:pt x="0" y="955547"/>
                  </a:lnTo>
                  <a:lnTo>
                    <a:pt x="1674876" y="955547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784591" y="4288535"/>
              <a:ext cx="1675130" cy="955675"/>
            </a:xfrm>
            <a:custGeom>
              <a:avLst/>
              <a:gdLst/>
              <a:ahLst/>
              <a:cxnLst/>
              <a:rect l="l" t="t" r="r" b="b"/>
              <a:pathLst>
                <a:path w="1675129" h="955675">
                  <a:moveTo>
                    <a:pt x="0" y="955547"/>
                  </a:moveTo>
                  <a:lnTo>
                    <a:pt x="1674876" y="955547"/>
                  </a:lnTo>
                  <a:lnTo>
                    <a:pt x="1674876" y="0"/>
                  </a:lnTo>
                  <a:lnTo>
                    <a:pt x="0" y="0"/>
                  </a:lnTo>
                  <a:lnTo>
                    <a:pt x="0" y="955547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>
            <a:off x="7944357" y="4313682"/>
            <a:ext cx="13671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AI-</a:t>
            </a:r>
            <a:r>
              <a:rPr dirty="0" sz="1200">
                <a:latin typeface="Calibri"/>
                <a:cs typeface="Calibri"/>
              </a:rPr>
              <a:t>POWERED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PROFILE </a:t>
            </a:r>
            <a:r>
              <a:rPr dirty="0" sz="1200" spc="-20">
                <a:latin typeface="Calibri"/>
                <a:cs typeface="Calibri"/>
              </a:rPr>
              <a:t>MATCHING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&amp; </a:t>
            </a:r>
            <a:r>
              <a:rPr dirty="0" sz="1200" spc="-10">
                <a:latin typeface="Calibri"/>
                <a:cs typeface="Calibri"/>
              </a:rPr>
              <a:t>RECOMMENDATION ENGINE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7801356" y="5547359"/>
            <a:ext cx="1760220" cy="1089660"/>
            <a:chOff x="7801356" y="5547359"/>
            <a:chExt cx="1760220" cy="1089660"/>
          </a:xfrm>
        </p:grpSpPr>
        <p:pic>
          <p:nvPicPr>
            <p:cNvPr id="102" name="object 10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01356" y="5548883"/>
              <a:ext cx="1759838" cy="101312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804404" y="5547359"/>
              <a:ext cx="1755267" cy="108932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848600" y="5573267"/>
              <a:ext cx="1675130" cy="928369"/>
            </a:xfrm>
            <a:custGeom>
              <a:avLst/>
              <a:gdLst/>
              <a:ahLst/>
              <a:cxnLst/>
              <a:rect l="l" t="t" r="r" b="b"/>
              <a:pathLst>
                <a:path w="1675129" h="928370">
                  <a:moveTo>
                    <a:pt x="1674876" y="0"/>
                  </a:moveTo>
                  <a:lnTo>
                    <a:pt x="0" y="0"/>
                  </a:lnTo>
                  <a:lnTo>
                    <a:pt x="0" y="928115"/>
                  </a:lnTo>
                  <a:lnTo>
                    <a:pt x="1674876" y="928115"/>
                  </a:lnTo>
                  <a:lnTo>
                    <a:pt x="1674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7848600" y="5573267"/>
              <a:ext cx="1675130" cy="928369"/>
            </a:xfrm>
            <a:custGeom>
              <a:avLst/>
              <a:gdLst/>
              <a:ahLst/>
              <a:cxnLst/>
              <a:rect l="l" t="t" r="r" b="b"/>
              <a:pathLst>
                <a:path w="1675129" h="928370">
                  <a:moveTo>
                    <a:pt x="0" y="928115"/>
                  </a:moveTo>
                  <a:lnTo>
                    <a:pt x="1674876" y="928115"/>
                  </a:lnTo>
                  <a:lnTo>
                    <a:pt x="1674876" y="0"/>
                  </a:lnTo>
                  <a:lnTo>
                    <a:pt x="0" y="0"/>
                  </a:lnTo>
                  <a:lnTo>
                    <a:pt x="0" y="928115"/>
                  </a:lnTo>
                  <a:close/>
                </a:path>
              </a:pathLst>
            </a:custGeom>
            <a:ln w="9144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/>
          <p:cNvSpPr txBox="1"/>
          <p:nvPr/>
        </p:nvSpPr>
        <p:spPr>
          <a:xfrm>
            <a:off x="7954391" y="5595924"/>
            <a:ext cx="1478915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Calibri"/>
                <a:cs typeface="Calibri"/>
              </a:rPr>
              <a:t>DISPLAY PERSONALIZED </a:t>
            </a:r>
            <a:r>
              <a:rPr dirty="0" sz="1400" spc="-20">
                <a:latin typeface="Calibri"/>
                <a:cs typeface="Calibri"/>
              </a:rPr>
              <a:t>MATCHES/RECOMM </a:t>
            </a:r>
            <a:r>
              <a:rPr dirty="0" sz="1400" spc="-10">
                <a:latin typeface="Calibri"/>
                <a:cs typeface="Calibri"/>
              </a:rPr>
              <a:t>ENDATION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19811" y="975360"/>
            <a:ext cx="5012055" cy="3124200"/>
            <a:chOff x="19811" y="975360"/>
            <a:chExt cx="5012055" cy="3124200"/>
          </a:xfrm>
        </p:grpSpPr>
        <p:pic>
          <p:nvPicPr>
            <p:cNvPr id="108" name="object 10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0959" y="975360"/>
              <a:ext cx="4970907" cy="3123819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811" y="1505712"/>
              <a:ext cx="4963287" cy="2325243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108203" y="999744"/>
              <a:ext cx="4886325" cy="3039110"/>
            </a:xfrm>
            <a:custGeom>
              <a:avLst/>
              <a:gdLst/>
              <a:ahLst/>
              <a:cxnLst/>
              <a:rect l="l" t="t" r="r" b="b"/>
              <a:pathLst>
                <a:path w="4886325" h="3039110">
                  <a:moveTo>
                    <a:pt x="4885944" y="0"/>
                  </a:moveTo>
                  <a:lnTo>
                    <a:pt x="0" y="0"/>
                  </a:lnTo>
                  <a:lnTo>
                    <a:pt x="0" y="3038855"/>
                  </a:lnTo>
                  <a:lnTo>
                    <a:pt x="4885944" y="3038855"/>
                  </a:lnTo>
                  <a:lnTo>
                    <a:pt x="4885944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8203" y="999744"/>
              <a:ext cx="4886325" cy="3039110"/>
            </a:xfrm>
            <a:custGeom>
              <a:avLst/>
              <a:gdLst/>
              <a:ahLst/>
              <a:cxnLst/>
              <a:rect l="l" t="t" r="r" b="b"/>
              <a:pathLst>
                <a:path w="4886325" h="3039110">
                  <a:moveTo>
                    <a:pt x="0" y="3038855"/>
                  </a:moveTo>
                  <a:lnTo>
                    <a:pt x="4885944" y="3038855"/>
                  </a:lnTo>
                  <a:lnTo>
                    <a:pt x="4885944" y="0"/>
                  </a:lnTo>
                  <a:lnTo>
                    <a:pt x="0" y="0"/>
                  </a:lnTo>
                  <a:lnTo>
                    <a:pt x="0" y="303885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/>
          <p:cNvGrpSpPr/>
          <p:nvPr/>
        </p:nvGrpSpPr>
        <p:grpSpPr>
          <a:xfrm>
            <a:off x="5273040" y="1095755"/>
            <a:ext cx="6725920" cy="5705475"/>
            <a:chOff x="5273040" y="1095755"/>
            <a:chExt cx="6725920" cy="5705475"/>
          </a:xfrm>
        </p:grpSpPr>
        <p:pic>
          <p:nvPicPr>
            <p:cNvPr id="113" name="object 11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06996" y="1548434"/>
              <a:ext cx="569468" cy="232994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7250430" y="1610868"/>
              <a:ext cx="414655" cy="78105"/>
            </a:xfrm>
            <a:custGeom>
              <a:avLst/>
              <a:gdLst/>
              <a:ahLst/>
              <a:cxnLst/>
              <a:rect l="l" t="t" r="r" b="b"/>
              <a:pathLst>
                <a:path w="414654" h="78105">
                  <a:moveTo>
                    <a:pt x="336803" y="0"/>
                  </a:moveTo>
                  <a:lnTo>
                    <a:pt x="336803" y="77724"/>
                  </a:lnTo>
                  <a:lnTo>
                    <a:pt x="388619" y="51816"/>
                  </a:lnTo>
                  <a:lnTo>
                    <a:pt x="349758" y="51816"/>
                  </a:lnTo>
                  <a:lnTo>
                    <a:pt x="349758" y="25908"/>
                  </a:lnTo>
                  <a:lnTo>
                    <a:pt x="388620" y="25908"/>
                  </a:lnTo>
                  <a:lnTo>
                    <a:pt x="336803" y="0"/>
                  </a:lnTo>
                  <a:close/>
                </a:path>
                <a:path w="414654" h="78105">
                  <a:moveTo>
                    <a:pt x="336803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336803" y="51816"/>
                  </a:lnTo>
                  <a:lnTo>
                    <a:pt x="336803" y="25908"/>
                  </a:lnTo>
                  <a:close/>
                </a:path>
                <a:path w="414654" h="78105">
                  <a:moveTo>
                    <a:pt x="388620" y="25908"/>
                  </a:moveTo>
                  <a:lnTo>
                    <a:pt x="349758" y="25908"/>
                  </a:lnTo>
                  <a:lnTo>
                    <a:pt x="349758" y="51816"/>
                  </a:lnTo>
                  <a:lnTo>
                    <a:pt x="388619" y="51816"/>
                  </a:lnTo>
                  <a:lnTo>
                    <a:pt x="414527" y="38862"/>
                  </a:lnTo>
                  <a:lnTo>
                    <a:pt x="388620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482584" y="2151913"/>
              <a:ext cx="232994" cy="715873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564880" y="2173986"/>
              <a:ext cx="78105" cy="561975"/>
            </a:xfrm>
            <a:custGeom>
              <a:avLst/>
              <a:gdLst/>
              <a:ahLst/>
              <a:cxnLst/>
              <a:rect l="l" t="t" r="r" b="b"/>
              <a:pathLst>
                <a:path w="78104" h="561975">
                  <a:moveTo>
                    <a:pt x="25908" y="484124"/>
                  </a:moveTo>
                  <a:lnTo>
                    <a:pt x="0" y="484124"/>
                  </a:lnTo>
                  <a:lnTo>
                    <a:pt x="38862" y="561848"/>
                  </a:lnTo>
                  <a:lnTo>
                    <a:pt x="71247" y="497077"/>
                  </a:lnTo>
                  <a:lnTo>
                    <a:pt x="25908" y="497077"/>
                  </a:lnTo>
                  <a:lnTo>
                    <a:pt x="25908" y="484124"/>
                  </a:lnTo>
                  <a:close/>
                </a:path>
                <a:path w="78104" h="561975">
                  <a:moveTo>
                    <a:pt x="51816" y="0"/>
                  </a:moveTo>
                  <a:lnTo>
                    <a:pt x="25908" y="0"/>
                  </a:lnTo>
                  <a:lnTo>
                    <a:pt x="25908" y="497077"/>
                  </a:lnTo>
                  <a:lnTo>
                    <a:pt x="51816" y="497077"/>
                  </a:lnTo>
                  <a:lnTo>
                    <a:pt x="51816" y="0"/>
                  </a:lnTo>
                  <a:close/>
                </a:path>
                <a:path w="78104" h="561975">
                  <a:moveTo>
                    <a:pt x="77724" y="484124"/>
                  </a:moveTo>
                  <a:lnTo>
                    <a:pt x="51816" y="484124"/>
                  </a:lnTo>
                  <a:lnTo>
                    <a:pt x="51816" y="497077"/>
                  </a:lnTo>
                  <a:lnTo>
                    <a:pt x="71247" y="497077"/>
                  </a:lnTo>
                  <a:lnTo>
                    <a:pt x="77724" y="48412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500872" y="3584409"/>
              <a:ext cx="232994" cy="836206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8581517" y="3607688"/>
              <a:ext cx="78105" cy="681990"/>
            </a:xfrm>
            <a:custGeom>
              <a:avLst/>
              <a:gdLst/>
              <a:ahLst/>
              <a:cxnLst/>
              <a:rect l="l" t="t" r="r" b="b"/>
              <a:pathLst>
                <a:path w="78104" h="681989">
                  <a:moveTo>
                    <a:pt x="25932" y="604561"/>
                  </a:moveTo>
                  <a:lnTo>
                    <a:pt x="0" y="605282"/>
                  </a:lnTo>
                  <a:lnTo>
                    <a:pt x="41021" y="681863"/>
                  </a:lnTo>
                  <a:lnTo>
                    <a:pt x="71034" y="617474"/>
                  </a:lnTo>
                  <a:lnTo>
                    <a:pt x="26288" y="617474"/>
                  </a:lnTo>
                  <a:lnTo>
                    <a:pt x="25952" y="605282"/>
                  </a:lnTo>
                  <a:lnTo>
                    <a:pt x="25932" y="604561"/>
                  </a:lnTo>
                  <a:close/>
                </a:path>
                <a:path w="78104" h="681989">
                  <a:moveTo>
                    <a:pt x="51838" y="603842"/>
                  </a:moveTo>
                  <a:lnTo>
                    <a:pt x="25932" y="604561"/>
                  </a:lnTo>
                  <a:lnTo>
                    <a:pt x="26271" y="616838"/>
                  </a:lnTo>
                  <a:lnTo>
                    <a:pt x="26288" y="617474"/>
                  </a:lnTo>
                  <a:lnTo>
                    <a:pt x="52197" y="616838"/>
                  </a:lnTo>
                  <a:lnTo>
                    <a:pt x="51878" y="605282"/>
                  </a:lnTo>
                  <a:lnTo>
                    <a:pt x="51838" y="603842"/>
                  </a:lnTo>
                  <a:close/>
                </a:path>
                <a:path w="78104" h="681989">
                  <a:moveTo>
                    <a:pt x="77724" y="603123"/>
                  </a:moveTo>
                  <a:lnTo>
                    <a:pt x="51838" y="603842"/>
                  </a:lnTo>
                  <a:lnTo>
                    <a:pt x="52197" y="616838"/>
                  </a:lnTo>
                  <a:lnTo>
                    <a:pt x="26288" y="617474"/>
                  </a:lnTo>
                  <a:lnTo>
                    <a:pt x="71034" y="617474"/>
                  </a:lnTo>
                  <a:lnTo>
                    <a:pt x="77724" y="603123"/>
                  </a:lnTo>
                  <a:close/>
                </a:path>
                <a:path w="78104" h="681989">
                  <a:moveTo>
                    <a:pt x="35178" y="0"/>
                  </a:moveTo>
                  <a:lnTo>
                    <a:pt x="9271" y="762"/>
                  </a:lnTo>
                  <a:lnTo>
                    <a:pt x="25892" y="603123"/>
                  </a:lnTo>
                  <a:lnTo>
                    <a:pt x="25932" y="604561"/>
                  </a:lnTo>
                  <a:lnTo>
                    <a:pt x="51838" y="603842"/>
                  </a:lnTo>
                  <a:lnTo>
                    <a:pt x="35200" y="762"/>
                  </a:lnTo>
                  <a:lnTo>
                    <a:pt x="3517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500872" y="5222747"/>
              <a:ext cx="232994" cy="444690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8583358" y="5244846"/>
              <a:ext cx="78105" cy="290830"/>
            </a:xfrm>
            <a:custGeom>
              <a:avLst/>
              <a:gdLst/>
              <a:ahLst/>
              <a:cxnLst/>
              <a:rect l="l" t="t" r="r" b="b"/>
              <a:pathLst>
                <a:path w="78104" h="290829">
                  <a:moveTo>
                    <a:pt x="25732" y="213105"/>
                  </a:moveTo>
                  <a:lnTo>
                    <a:pt x="0" y="213105"/>
                  </a:lnTo>
                  <a:lnTo>
                    <a:pt x="38671" y="290829"/>
                  </a:lnTo>
                  <a:lnTo>
                    <a:pt x="71162" y="226059"/>
                  </a:lnTo>
                  <a:lnTo>
                    <a:pt x="25717" y="226059"/>
                  </a:lnTo>
                  <a:lnTo>
                    <a:pt x="25732" y="213105"/>
                  </a:lnTo>
                  <a:close/>
                </a:path>
                <a:path w="78104" h="290829">
                  <a:moveTo>
                    <a:pt x="51879" y="0"/>
                  </a:moveTo>
                  <a:lnTo>
                    <a:pt x="25971" y="0"/>
                  </a:lnTo>
                  <a:lnTo>
                    <a:pt x="25732" y="213105"/>
                  </a:lnTo>
                  <a:lnTo>
                    <a:pt x="25717" y="226059"/>
                  </a:lnTo>
                  <a:lnTo>
                    <a:pt x="51625" y="226059"/>
                  </a:lnTo>
                  <a:lnTo>
                    <a:pt x="51879" y="0"/>
                  </a:lnTo>
                  <a:close/>
                </a:path>
                <a:path w="78104" h="290829">
                  <a:moveTo>
                    <a:pt x="77660" y="213105"/>
                  </a:moveTo>
                  <a:lnTo>
                    <a:pt x="51640" y="213105"/>
                  </a:lnTo>
                  <a:lnTo>
                    <a:pt x="51625" y="226059"/>
                  </a:lnTo>
                  <a:lnTo>
                    <a:pt x="71162" y="226059"/>
                  </a:lnTo>
                  <a:lnTo>
                    <a:pt x="77660" y="213105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30468" y="1120139"/>
              <a:ext cx="807719" cy="667512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78696" y="1595678"/>
              <a:ext cx="574281" cy="232994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9422130" y="1658111"/>
              <a:ext cx="420370" cy="78105"/>
            </a:xfrm>
            <a:custGeom>
              <a:avLst/>
              <a:gdLst/>
              <a:ahLst/>
              <a:cxnLst/>
              <a:rect l="l" t="t" r="r" b="b"/>
              <a:pathLst>
                <a:path w="420370" h="78105">
                  <a:moveTo>
                    <a:pt x="342265" y="0"/>
                  </a:moveTo>
                  <a:lnTo>
                    <a:pt x="342265" y="77724"/>
                  </a:lnTo>
                  <a:lnTo>
                    <a:pt x="394081" y="51815"/>
                  </a:lnTo>
                  <a:lnTo>
                    <a:pt x="355219" y="51815"/>
                  </a:lnTo>
                  <a:lnTo>
                    <a:pt x="355219" y="25908"/>
                  </a:lnTo>
                  <a:lnTo>
                    <a:pt x="394081" y="25908"/>
                  </a:lnTo>
                  <a:lnTo>
                    <a:pt x="342265" y="0"/>
                  </a:lnTo>
                  <a:close/>
                </a:path>
                <a:path w="420370" h="78105">
                  <a:moveTo>
                    <a:pt x="342265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342265" y="51815"/>
                  </a:lnTo>
                  <a:lnTo>
                    <a:pt x="342265" y="25908"/>
                  </a:lnTo>
                  <a:close/>
                </a:path>
                <a:path w="420370" h="78105">
                  <a:moveTo>
                    <a:pt x="394081" y="25908"/>
                  </a:moveTo>
                  <a:lnTo>
                    <a:pt x="355219" y="25908"/>
                  </a:lnTo>
                  <a:lnTo>
                    <a:pt x="355219" y="51815"/>
                  </a:lnTo>
                  <a:lnTo>
                    <a:pt x="394081" y="51815"/>
                  </a:lnTo>
                  <a:lnTo>
                    <a:pt x="419989" y="38862"/>
                  </a:lnTo>
                  <a:lnTo>
                    <a:pt x="394081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432036" y="4495850"/>
              <a:ext cx="522376" cy="232994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9475470" y="4558284"/>
              <a:ext cx="367030" cy="78105"/>
            </a:xfrm>
            <a:custGeom>
              <a:avLst/>
              <a:gdLst/>
              <a:ahLst/>
              <a:cxnLst/>
              <a:rect l="l" t="t" r="r" b="b"/>
              <a:pathLst>
                <a:path w="367029" h="78104">
                  <a:moveTo>
                    <a:pt x="289051" y="0"/>
                  </a:moveTo>
                  <a:lnTo>
                    <a:pt x="289051" y="77724"/>
                  </a:lnTo>
                  <a:lnTo>
                    <a:pt x="340868" y="51816"/>
                  </a:lnTo>
                  <a:lnTo>
                    <a:pt x="302005" y="51816"/>
                  </a:lnTo>
                  <a:lnTo>
                    <a:pt x="302005" y="25908"/>
                  </a:lnTo>
                  <a:lnTo>
                    <a:pt x="340868" y="25908"/>
                  </a:lnTo>
                  <a:lnTo>
                    <a:pt x="289051" y="0"/>
                  </a:lnTo>
                  <a:close/>
                </a:path>
                <a:path w="367029" h="78104">
                  <a:moveTo>
                    <a:pt x="289051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289051" y="51816"/>
                  </a:lnTo>
                  <a:lnTo>
                    <a:pt x="289051" y="25908"/>
                  </a:lnTo>
                  <a:close/>
                </a:path>
                <a:path w="367029" h="78104">
                  <a:moveTo>
                    <a:pt x="340868" y="25908"/>
                  </a:moveTo>
                  <a:lnTo>
                    <a:pt x="302005" y="25908"/>
                  </a:lnTo>
                  <a:lnTo>
                    <a:pt x="302005" y="51816"/>
                  </a:lnTo>
                  <a:lnTo>
                    <a:pt x="340868" y="51816"/>
                  </a:lnTo>
                  <a:lnTo>
                    <a:pt x="366775" y="38862"/>
                  </a:lnTo>
                  <a:lnTo>
                    <a:pt x="340868" y="2590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822180" y="1095755"/>
              <a:ext cx="2171700" cy="2519172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822180" y="3936491"/>
              <a:ext cx="2176272" cy="248716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12664" y="2497836"/>
              <a:ext cx="2295143" cy="2310384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280404" y="4783797"/>
              <a:ext cx="354647" cy="394246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6333744" y="4808220"/>
              <a:ext cx="257810" cy="307975"/>
            </a:xfrm>
            <a:custGeom>
              <a:avLst/>
              <a:gdLst/>
              <a:ahLst/>
              <a:cxnLst/>
              <a:rect l="l" t="t" r="r" b="b"/>
              <a:pathLst>
                <a:path w="257809" h="307975">
                  <a:moveTo>
                    <a:pt x="193166" y="0"/>
                  </a:moveTo>
                  <a:lnTo>
                    <a:pt x="64388" y="0"/>
                  </a:lnTo>
                  <a:lnTo>
                    <a:pt x="64388" y="179069"/>
                  </a:lnTo>
                  <a:lnTo>
                    <a:pt x="0" y="179069"/>
                  </a:lnTo>
                  <a:lnTo>
                    <a:pt x="128777" y="307847"/>
                  </a:lnTo>
                  <a:lnTo>
                    <a:pt x="257555" y="179069"/>
                  </a:lnTo>
                  <a:lnTo>
                    <a:pt x="193166" y="179069"/>
                  </a:lnTo>
                  <a:lnTo>
                    <a:pt x="19316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6333744" y="4808220"/>
              <a:ext cx="257810" cy="307975"/>
            </a:xfrm>
            <a:custGeom>
              <a:avLst/>
              <a:gdLst/>
              <a:ahLst/>
              <a:cxnLst/>
              <a:rect l="l" t="t" r="r" b="b"/>
              <a:pathLst>
                <a:path w="257809" h="307975">
                  <a:moveTo>
                    <a:pt x="0" y="179069"/>
                  </a:moveTo>
                  <a:lnTo>
                    <a:pt x="64388" y="179069"/>
                  </a:lnTo>
                  <a:lnTo>
                    <a:pt x="64388" y="0"/>
                  </a:lnTo>
                  <a:lnTo>
                    <a:pt x="193166" y="0"/>
                  </a:lnTo>
                  <a:lnTo>
                    <a:pt x="193166" y="179069"/>
                  </a:lnTo>
                  <a:lnTo>
                    <a:pt x="257555" y="179069"/>
                  </a:lnTo>
                  <a:lnTo>
                    <a:pt x="128777" y="307847"/>
                  </a:lnTo>
                  <a:lnTo>
                    <a:pt x="0" y="17906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273040" y="5091658"/>
              <a:ext cx="2409063" cy="163334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87340" y="5148040"/>
              <a:ext cx="2233802" cy="1653158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5320284" y="5116067"/>
              <a:ext cx="2324100" cy="1548765"/>
            </a:xfrm>
            <a:custGeom>
              <a:avLst/>
              <a:gdLst/>
              <a:ahLst/>
              <a:cxnLst/>
              <a:rect l="l" t="t" r="r" b="b"/>
              <a:pathLst>
                <a:path w="2324100" h="1548765">
                  <a:moveTo>
                    <a:pt x="2066036" y="0"/>
                  </a:moveTo>
                  <a:lnTo>
                    <a:pt x="258063" y="0"/>
                  </a:lnTo>
                  <a:lnTo>
                    <a:pt x="211684" y="4158"/>
                  </a:lnTo>
                  <a:lnTo>
                    <a:pt x="168029" y="16148"/>
                  </a:lnTo>
                  <a:lnTo>
                    <a:pt x="127827" y="35240"/>
                  </a:lnTo>
                  <a:lnTo>
                    <a:pt x="91809" y="60703"/>
                  </a:lnTo>
                  <a:lnTo>
                    <a:pt x="60703" y="91809"/>
                  </a:lnTo>
                  <a:lnTo>
                    <a:pt x="35240" y="127827"/>
                  </a:lnTo>
                  <a:lnTo>
                    <a:pt x="16148" y="168029"/>
                  </a:lnTo>
                  <a:lnTo>
                    <a:pt x="4158" y="211684"/>
                  </a:lnTo>
                  <a:lnTo>
                    <a:pt x="0" y="258063"/>
                  </a:lnTo>
                  <a:lnTo>
                    <a:pt x="0" y="1290319"/>
                  </a:lnTo>
                  <a:lnTo>
                    <a:pt x="4158" y="1336705"/>
                  </a:lnTo>
                  <a:lnTo>
                    <a:pt x="16148" y="1380364"/>
                  </a:lnTo>
                  <a:lnTo>
                    <a:pt x="35240" y="1420567"/>
                  </a:lnTo>
                  <a:lnTo>
                    <a:pt x="60703" y="1456585"/>
                  </a:lnTo>
                  <a:lnTo>
                    <a:pt x="91809" y="1487688"/>
                  </a:lnTo>
                  <a:lnTo>
                    <a:pt x="127827" y="1513149"/>
                  </a:lnTo>
                  <a:lnTo>
                    <a:pt x="168029" y="1532238"/>
                  </a:lnTo>
                  <a:lnTo>
                    <a:pt x="211684" y="1544226"/>
                  </a:lnTo>
                  <a:lnTo>
                    <a:pt x="258063" y="1548383"/>
                  </a:lnTo>
                  <a:lnTo>
                    <a:pt x="2066036" y="1548383"/>
                  </a:lnTo>
                  <a:lnTo>
                    <a:pt x="2112415" y="1544226"/>
                  </a:lnTo>
                  <a:lnTo>
                    <a:pt x="2156070" y="1532238"/>
                  </a:lnTo>
                  <a:lnTo>
                    <a:pt x="2196272" y="1513149"/>
                  </a:lnTo>
                  <a:lnTo>
                    <a:pt x="2232290" y="1487688"/>
                  </a:lnTo>
                  <a:lnTo>
                    <a:pt x="2263396" y="1456585"/>
                  </a:lnTo>
                  <a:lnTo>
                    <a:pt x="2288859" y="1420567"/>
                  </a:lnTo>
                  <a:lnTo>
                    <a:pt x="2307951" y="1380364"/>
                  </a:lnTo>
                  <a:lnTo>
                    <a:pt x="2319941" y="1336705"/>
                  </a:lnTo>
                  <a:lnTo>
                    <a:pt x="2324099" y="1290319"/>
                  </a:lnTo>
                  <a:lnTo>
                    <a:pt x="2324099" y="258063"/>
                  </a:lnTo>
                  <a:lnTo>
                    <a:pt x="2319941" y="211684"/>
                  </a:lnTo>
                  <a:lnTo>
                    <a:pt x="2307951" y="168029"/>
                  </a:lnTo>
                  <a:lnTo>
                    <a:pt x="2288859" y="127827"/>
                  </a:lnTo>
                  <a:lnTo>
                    <a:pt x="2263396" y="91809"/>
                  </a:lnTo>
                  <a:lnTo>
                    <a:pt x="2232290" y="60703"/>
                  </a:lnTo>
                  <a:lnTo>
                    <a:pt x="2196272" y="35240"/>
                  </a:lnTo>
                  <a:lnTo>
                    <a:pt x="2156070" y="16148"/>
                  </a:lnTo>
                  <a:lnTo>
                    <a:pt x="2112415" y="4158"/>
                  </a:lnTo>
                  <a:lnTo>
                    <a:pt x="2066036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320284" y="5116067"/>
              <a:ext cx="2324100" cy="1548765"/>
            </a:xfrm>
            <a:custGeom>
              <a:avLst/>
              <a:gdLst/>
              <a:ahLst/>
              <a:cxnLst/>
              <a:rect l="l" t="t" r="r" b="b"/>
              <a:pathLst>
                <a:path w="2324100" h="1548765">
                  <a:moveTo>
                    <a:pt x="0" y="258063"/>
                  </a:moveTo>
                  <a:lnTo>
                    <a:pt x="4158" y="211684"/>
                  </a:lnTo>
                  <a:lnTo>
                    <a:pt x="16148" y="168029"/>
                  </a:lnTo>
                  <a:lnTo>
                    <a:pt x="35240" y="127827"/>
                  </a:lnTo>
                  <a:lnTo>
                    <a:pt x="60703" y="91809"/>
                  </a:lnTo>
                  <a:lnTo>
                    <a:pt x="91809" y="60703"/>
                  </a:lnTo>
                  <a:lnTo>
                    <a:pt x="127827" y="35240"/>
                  </a:lnTo>
                  <a:lnTo>
                    <a:pt x="168029" y="16148"/>
                  </a:lnTo>
                  <a:lnTo>
                    <a:pt x="211684" y="4158"/>
                  </a:lnTo>
                  <a:lnTo>
                    <a:pt x="258063" y="0"/>
                  </a:lnTo>
                  <a:lnTo>
                    <a:pt x="2066036" y="0"/>
                  </a:lnTo>
                  <a:lnTo>
                    <a:pt x="2112415" y="4158"/>
                  </a:lnTo>
                  <a:lnTo>
                    <a:pt x="2156070" y="16148"/>
                  </a:lnTo>
                  <a:lnTo>
                    <a:pt x="2196272" y="35240"/>
                  </a:lnTo>
                  <a:lnTo>
                    <a:pt x="2232290" y="60703"/>
                  </a:lnTo>
                  <a:lnTo>
                    <a:pt x="2263396" y="91809"/>
                  </a:lnTo>
                  <a:lnTo>
                    <a:pt x="2288859" y="127827"/>
                  </a:lnTo>
                  <a:lnTo>
                    <a:pt x="2307951" y="168029"/>
                  </a:lnTo>
                  <a:lnTo>
                    <a:pt x="2319941" y="211684"/>
                  </a:lnTo>
                  <a:lnTo>
                    <a:pt x="2324099" y="258063"/>
                  </a:lnTo>
                  <a:lnTo>
                    <a:pt x="2324099" y="1290319"/>
                  </a:lnTo>
                  <a:lnTo>
                    <a:pt x="2319941" y="1336705"/>
                  </a:lnTo>
                  <a:lnTo>
                    <a:pt x="2307951" y="1380364"/>
                  </a:lnTo>
                  <a:lnTo>
                    <a:pt x="2288859" y="1420567"/>
                  </a:lnTo>
                  <a:lnTo>
                    <a:pt x="2263396" y="1456585"/>
                  </a:lnTo>
                  <a:lnTo>
                    <a:pt x="2232290" y="1487688"/>
                  </a:lnTo>
                  <a:lnTo>
                    <a:pt x="2196272" y="1513149"/>
                  </a:lnTo>
                  <a:lnTo>
                    <a:pt x="2156070" y="1532238"/>
                  </a:lnTo>
                  <a:lnTo>
                    <a:pt x="2112415" y="1544226"/>
                  </a:lnTo>
                  <a:lnTo>
                    <a:pt x="2066036" y="1548383"/>
                  </a:lnTo>
                  <a:lnTo>
                    <a:pt x="258063" y="1548383"/>
                  </a:lnTo>
                  <a:lnTo>
                    <a:pt x="211684" y="1544226"/>
                  </a:lnTo>
                  <a:lnTo>
                    <a:pt x="168029" y="1532238"/>
                  </a:lnTo>
                  <a:lnTo>
                    <a:pt x="127827" y="1513149"/>
                  </a:lnTo>
                  <a:lnTo>
                    <a:pt x="91809" y="1487688"/>
                  </a:lnTo>
                  <a:lnTo>
                    <a:pt x="60703" y="1456585"/>
                  </a:lnTo>
                  <a:lnTo>
                    <a:pt x="35240" y="1420567"/>
                  </a:lnTo>
                  <a:lnTo>
                    <a:pt x="16148" y="1380364"/>
                  </a:lnTo>
                  <a:lnTo>
                    <a:pt x="4158" y="1336705"/>
                  </a:lnTo>
                  <a:lnTo>
                    <a:pt x="0" y="1290319"/>
                  </a:lnTo>
                  <a:lnTo>
                    <a:pt x="0" y="258063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>
            <a:off x="112776" y="1567434"/>
            <a:ext cx="2423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0"/>
              </a:spcBef>
              <a:tabLst>
                <a:tab pos="1070610" algn="l"/>
              </a:tabLst>
            </a:pPr>
            <a:r>
              <a:rPr dirty="0" sz="1800">
                <a:latin typeface="Calibri"/>
                <a:cs typeface="Calibri"/>
              </a:rPr>
              <a:t>REACT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JS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35">
                <a:latin typeface="Calibri"/>
                <a:cs typeface="Calibri"/>
              </a:rPr>
              <a:t>TAILWIND</a:t>
            </a:r>
            <a:r>
              <a:rPr dirty="0" sz="1800" spc="-25">
                <a:latin typeface="Calibri"/>
                <a:cs typeface="Calibri"/>
              </a:rPr>
              <a:t> CSS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2561844" y="1567434"/>
            <a:ext cx="2428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SPRING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BOOT(REST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API</a:t>
            </a:r>
            <a:r>
              <a:rPr dirty="0" sz="1800" spc="-20">
                <a:solidFill>
                  <a:srgbClr val="0D0D0D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2561844" y="2975699"/>
            <a:ext cx="2428240" cy="69405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21615" marR="440690" indent="251460">
              <a:lnSpc>
                <a:spcPct val="103299"/>
              </a:lnSpc>
              <a:spcBef>
                <a:spcPts val="155"/>
              </a:spcBef>
            </a:pPr>
            <a:r>
              <a:rPr dirty="0" sz="1400">
                <a:latin typeface="Calibri"/>
                <a:cs typeface="Calibri"/>
              </a:rPr>
              <a:t>BERT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MODEL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FOR </a:t>
            </a:r>
            <a:r>
              <a:rPr dirty="0" sz="1400" spc="-20">
                <a:latin typeface="Calibri"/>
                <a:cs typeface="Calibri"/>
              </a:rPr>
              <a:t>MATCHING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INTERNSHIP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SKILLS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/</a:t>
            </a:r>
            <a:r>
              <a:rPr dirty="0" sz="1400" spc="-25">
                <a:latin typeface="Calibri"/>
                <a:cs typeface="Calibri"/>
              </a:rPr>
              <a:t> N8N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65531" y="864158"/>
            <a:ext cx="4973955" cy="3249295"/>
            <a:chOff x="65531" y="864158"/>
            <a:chExt cx="4973955" cy="3249295"/>
          </a:xfrm>
        </p:grpSpPr>
        <p:pic>
          <p:nvPicPr>
            <p:cNvPr id="140" name="object 14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493264" y="986027"/>
              <a:ext cx="101981" cy="3126867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2548889" y="1008125"/>
              <a:ext cx="0" cy="3039110"/>
            </a:xfrm>
            <a:custGeom>
              <a:avLst/>
              <a:gdLst/>
              <a:ahLst/>
              <a:cxnLst/>
              <a:rect l="l" t="t" r="r" b="b"/>
              <a:pathLst>
                <a:path w="0" h="3039110">
                  <a:moveTo>
                    <a:pt x="0" y="0"/>
                  </a:moveTo>
                  <a:lnTo>
                    <a:pt x="0" y="3038856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5531" y="2484119"/>
              <a:ext cx="4973955" cy="101980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08965" y="2519934"/>
              <a:ext cx="4885055" cy="0"/>
            </a:xfrm>
            <a:custGeom>
              <a:avLst/>
              <a:gdLst/>
              <a:ahLst/>
              <a:cxnLst/>
              <a:rect l="l" t="t" r="r" b="b"/>
              <a:pathLst>
                <a:path w="4885055" h="0">
                  <a:moveTo>
                    <a:pt x="0" y="0"/>
                  </a:moveTo>
                  <a:lnTo>
                    <a:pt x="4884674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4675" y="983030"/>
              <a:ext cx="2503551" cy="564972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3443" y="864158"/>
              <a:ext cx="2407539" cy="929208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121919" y="1007363"/>
              <a:ext cx="2418715" cy="480059"/>
            </a:xfrm>
            <a:custGeom>
              <a:avLst/>
              <a:gdLst/>
              <a:ahLst/>
              <a:cxnLst/>
              <a:rect l="l" t="t" r="r" b="b"/>
              <a:pathLst>
                <a:path w="2418715" h="480059">
                  <a:moveTo>
                    <a:pt x="2418588" y="0"/>
                  </a:moveTo>
                  <a:lnTo>
                    <a:pt x="0" y="0"/>
                  </a:lnTo>
                  <a:lnTo>
                    <a:pt x="0" y="480060"/>
                  </a:lnTo>
                  <a:lnTo>
                    <a:pt x="2418588" y="480060"/>
                  </a:lnTo>
                  <a:lnTo>
                    <a:pt x="2418588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21919" y="1007363"/>
              <a:ext cx="2418715" cy="480059"/>
            </a:xfrm>
            <a:custGeom>
              <a:avLst/>
              <a:gdLst/>
              <a:ahLst/>
              <a:cxnLst/>
              <a:rect l="l" t="t" r="r" b="b"/>
              <a:pathLst>
                <a:path w="2418715" h="480059">
                  <a:moveTo>
                    <a:pt x="0" y="480060"/>
                  </a:moveTo>
                  <a:lnTo>
                    <a:pt x="2418588" y="480060"/>
                  </a:lnTo>
                  <a:lnTo>
                    <a:pt x="2418588" y="0"/>
                  </a:lnTo>
                  <a:lnTo>
                    <a:pt x="0" y="0"/>
                  </a:lnTo>
                  <a:lnTo>
                    <a:pt x="0" y="480060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112776" y="965402"/>
            <a:ext cx="24231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Calibri"/>
                <a:cs typeface="Calibri"/>
              </a:rPr>
              <a:t>FRONTEND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2505455" y="865682"/>
            <a:ext cx="2522220" cy="929640"/>
            <a:chOff x="2505455" y="865682"/>
            <a:chExt cx="2522220" cy="929640"/>
          </a:xfrm>
        </p:grpSpPr>
        <p:pic>
          <p:nvPicPr>
            <p:cNvPr id="150" name="object 15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505455" y="989101"/>
              <a:ext cx="2521839" cy="55598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689859" y="865682"/>
              <a:ext cx="2149983" cy="92920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2552699" y="1013460"/>
              <a:ext cx="2437130" cy="471170"/>
            </a:xfrm>
            <a:custGeom>
              <a:avLst/>
              <a:gdLst/>
              <a:ahLst/>
              <a:cxnLst/>
              <a:rect l="l" t="t" r="r" b="b"/>
              <a:pathLst>
                <a:path w="2437129" h="471169">
                  <a:moveTo>
                    <a:pt x="0" y="470915"/>
                  </a:moveTo>
                  <a:lnTo>
                    <a:pt x="2436876" y="470915"/>
                  </a:lnTo>
                  <a:lnTo>
                    <a:pt x="2436876" y="0"/>
                  </a:lnTo>
                  <a:lnTo>
                    <a:pt x="0" y="0"/>
                  </a:lnTo>
                  <a:lnTo>
                    <a:pt x="0" y="47091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 txBox="1"/>
          <p:nvPr/>
        </p:nvSpPr>
        <p:spPr>
          <a:xfrm>
            <a:off x="2561844" y="1004316"/>
            <a:ext cx="2425700" cy="477520"/>
          </a:xfrm>
          <a:prstGeom prst="rect">
            <a:avLst/>
          </a:prstGeom>
          <a:solidFill>
            <a:srgbClr val="548ED4"/>
          </a:solidFill>
        </p:spPr>
        <p:txBody>
          <a:bodyPr wrap="square" lIns="0" tIns="0" rIns="0" bIns="0" rtlCol="0" vert="horz">
            <a:spAutoFit/>
          </a:bodyPr>
          <a:lstStyle/>
          <a:p>
            <a:pPr marL="415290">
              <a:lnSpc>
                <a:spcPts val="3645"/>
              </a:lnSpc>
            </a:pPr>
            <a:r>
              <a:rPr dirty="0" sz="3200" spc="-10">
                <a:latin typeface="Calibri"/>
                <a:cs typeface="Calibri"/>
              </a:rPr>
              <a:t>BACKEND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60960" y="1914144"/>
            <a:ext cx="2525395" cy="1368425"/>
            <a:chOff x="60960" y="1914144"/>
            <a:chExt cx="2525395" cy="1368425"/>
          </a:xfrm>
        </p:grpSpPr>
        <p:pic>
          <p:nvPicPr>
            <p:cNvPr id="155" name="object 15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8976" y="1914144"/>
              <a:ext cx="918972" cy="516636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67968" y="1914144"/>
              <a:ext cx="1150620" cy="545591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0960" y="2494762"/>
              <a:ext cx="2524887" cy="522376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99644" y="2353106"/>
              <a:ext cx="2247519" cy="929208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108204" y="2519172"/>
              <a:ext cx="2440305" cy="437515"/>
            </a:xfrm>
            <a:custGeom>
              <a:avLst/>
              <a:gdLst/>
              <a:ahLst/>
              <a:cxnLst/>
              <a:rect l="l" t="t" r="r" b="b"/>
              <a:pathLst>
                <a:path w="2440305" h="437514">
                  <a:moveTo>
                    <a:pt x="2439924" y="0"/>
                  </a:moveTo>
                  <a:lnTo>
                    <a:pt x="0" y="0"/>
                  </a:lnTo>
                  <a:lnTo>
                    <a:pt x="0" y="437388"/>
                  </a:lnTo>
                  <a:lnTo>
                    <a:pt x="2439924" y="437388"/>
                  </a:lnTo>
                  <a:lnTo>
                    <a:pt x="2439924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08204" y="2519172"/>
              <a:ext cx="2440305" cy="437515"/>
            </a:xfrm>
            <a:custGeom>
              <a:avLst/>
              <a:gdLst/>
              <a:ahLst/>
              <a:cxnLst/>
              <a:rect l="l" t="t" r="r" b="b"/>
              <a:pathLst>
                <a:path w="2440305" h="437514">
                  <a:moveTo>
                    <a:pt x="0" y="437388"/>
                  </a:moveTo>
                  <a:lnTo>
                    <a:pt x="2439924" y="437388"/>
                  </a:lnTo>
                  <a:lnTo>
                    <a:pt x="2439924" y="0"/>
                  </a:lnTo>
                  <a:lnTo>
                    <a:pt x="0" y="0"/>
                  </a:lnTo>
                  <a:lnTo>
                    <a:pt x="0" y="43738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/>
          <p:cNvSpPr txBox="1"/>
          <p:nvPr/>
        </p:nvSpPr>
        <p:spPr>
          <a:xfrm>
            <a:off x="112776" y="2455545"/>
            <a:ext cx="242316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2745">
              <a:lnSpc>
                <a:spcPct val="100000"/>
              </a:lnSpc>
              <a:spcBef>
                <a:spcPts val="105"/>
              </a:spcBef>
            </a:pPr>
            <a:r>
              <a:rPr dirty="0" sz="3200" spc="-10">
                <a:latin typeface="Calibri"/>
                <a:cs typeface="Calibri"/>
              </a:rPr>
              <a:t>DATABASE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2505455" y="2452141"/>
            <a:ext cx="2485390" cy="716280"/>
            <a:chOff x="2505455" y="2452141"/>
            <a:chExt cx="2485390" cy="716280"/>
          </a:xfrm>
        </p:grpSpPr>
        <p:pic>
          <p:nvPicPr>
            <p:cNvPr id="163" name="object 16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505455" y="2511564"/>
              <a:ext cx="2485263" cy="505574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532887" y="2452141"/>
              <a:ext cx="2430399" cy="715873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2552699" y="2535936"/>
              <a:ext cx="2400300" cy="421005"/>
            </a:xfrm>
            <a:custGeom>
              <a:avLst/>
              <a:gdLst/>
              <a:ahLst/>
              <a:cxnLst/>
              <a:rect l="l" t="t" r="r" b="b"/>
              <a:pathLst>
                <a:path w="2400300" h="421005">
                  <a:moveTo>
                    <a:pt x="0" y="420624"/>
                  </a:moveTo>
                  <a:lnTo>
                    <a:pt x="2400300" y="420624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2561844" y="2540507"/>
            <a:ext cx="2428240" cy="411480"/>
          </a:xfrm>
          <a:prstGeom prst="rect">
            <a:avLst/>
          </a:prstGeom>
          <a:solidFill>
            <a:srgbClr val="548ED4"/>
          </a:solidFill>
        </p:spPr>
        <p:txBody>
          <a:bodyPr wrap="square" lIns="0" tIns="2540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20"/>
              </a:spcBef>
            </a:pPr>
            <a:r>
              <a:rPr dirty="0" sz="2400">
                <a:latin typeface="Calibri"/>
                <a:cs typeface="Calibri"/>
              </a:rPr>
              <a:t>ML</a:t>
            </a:r>
            <a:r>
              <a:rPr dirty="0" sz="2400" spc="-10">
                <a:latin typeface="Calibri"/>
                <a:cs typeface="Calibri"/>
              </a:rPr>
              <a:t> ALGORITHM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333756" y="1859279"/>
            <a:ext cx="3534410" cy="1976755"/>
            <a:chOff x="333756" y="1859279"/>
            <a:chExt cx="3534410" cy="1976755"/>
          </a:xfrm>
        </p:grpSpPr>
        <p:pic>
          <p:nvPicPr>
            <p:cNvPr id="168" name="object 16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108960" y="1859279"/>
              <a:ext cx="758951" cy="605027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33756" y="3044951"/>
              <a:ext cx="1845564" cy="790956"/>
            </a:xfrm>
            <a:prstGeom prst="rect">
              <a:avLst/>
            </a:prstGeom>
          </p:spPr>
        </p:pic>
      </p:grpSp>
      <p:sp>
        <p:nvSpPr>
          <p:cNvPr id="170" name="object 170"/>
          <p:cNvSpPr txBox="1"/>
          <p:nvPr/>
        </p:nvSpPr>
        <p:spPr>
          <a:xfrm>
            <a:off x="5567807" y="5210378"/>
            <a:ext cx="184213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Displays</a:t>
            </a:r>
            <a:r>
              <a:rPr dirty="0"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application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through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graphs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help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low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literacy.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1" name="object 171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2848355" y="3581400"/>
            <a:ext cx="1194816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7498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dirty="0" spc="-350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VIABILITY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132" y="27368"/>
            <a:ext cx="1473835" cy="833755"/>
            <a:chOff x="44132" y="27368"/>
            <a:chExt cx="1473835" cy="833755"/>
          </a:xfrm>
        </p:grpSpPr>
        <p:sp>
          <p:nvSpPr>
            <p:cNvPr id="4" name="object 4"/>
            <p:cNvSpPr/>
            <p:nvPr/>
          </p:nvSpPr>
          <p:spPr>
            <a:xfrm>
              <a:off x="57149" y="40385"/>
              <a:ext cx="1447800" cy="807720"/>
            </a:xfrm>
            <a:custGeom>
              <a:avLst/>
              <a:gdLst/>
              <a:ahLst/>
              <a:cxnLst/>
              <a:rect l="l" t="t" r="r" b="b"/>
              <a:pathLst>
                <a:path w="1447800" h="807719">
                  <a:moveTo>
                    <a:pt x="723900" y="0"/>
                  </a:moveTo>
                  <a:lnTo>
                    <a:pt x="664529" y="1339"/>
                  </a:lnTo>
                  <a:lnTo>
                    <a:pt x="606480" y="5286"/>
                  </a:lnTo>
                  <a:lnTo>
                    <a:pt x="549939" y="11739"/>
                  </a:lnTo>
                  <a:lnTo>
                    <a:pt x="495092" y="20592"/>
                  </a:lnTo>
                  <a:lnTo>
                    <a:pt x="442126" y="31742"/>
                  </a:lnTo>
                  <a:lnTo>
                    <a:pt x="391227" y="45084"/>
                  </a:lnTo>
                  <a:lnTo>
                    <a:pt x="342581" y="60515"/>
                  </a:lnTo>
                  <a:lnTo>
                    <a:pt x="296375" y="77931"/>
                  </a:lnTo>
                  <a:lnTo>
                    <a:pt x="252794" y="97227"/>
                  </a:lnTo>
                  <a:lnTo>
                    <a:pt x="212026" y="118300"/>
                  </a:lnTo>
                  <a:lnTo>
                    <a:pt x="174256" y="141046"/>
                  </a:lnTo>
                  <a:lnTo>
                    <a:pt x="139671" y="165360"/>
                  </a:lnTo>
                  <a:lnTo>
                    <a:pt x="108457" y="191138"/>
                  </a:lnTo>
                  <a:lnTo>
                    <a:pt x="80800" y="218277"/>
                  </a:lnTo>
                  <a:lnTo>
                    <a:pt x="36905" y="276221"/>
                  </a:lnTo>
                  <a:lnTo>
                    <a:pt x="9474" y="338360"/>
                  </a:lnTo>
                  <a:lnTo>
                    <a:pt x="0" y="403860"/>
                  </a:lnTo>
                  <a:lnTo>
                    <a:pt x="2399" y="436978"/>
                  </a:lnTo>
                  <a:lnTo>
                    <a:pt x="21038" y="500901"/>
                  </a:lnTo>
                  <a:lnTo>
                    <a:pt x="56888" y="561046"/>
                  </a:lnTo>
                  <a:lnTo>
                    <a:pt x="108457" y="616581"/>
                  </a:lnTo>
                  <a:lnTo>
                    <a:pt x="139671" y="642359"/>
                  </a:lnTo>
                  <a:lnTo>
                    <a:pt x="174256" y="666673"/>
                  </a:lnTo>
                  <a:lnTo>
                    <a:pt x="212026" y="689419"/>
                  </a:lnTo>
                  <a:lnTo>
                    <a:pt x="252794" y="710492"/>
                  </a:lnTo>
                  <a:lnTo>
                    <a:pt x="296375" y="729788"/>
                  </a:lnTo>
                  <a:lnTo>
                    <a:pt x="342581" y="747204"/>
                  </a:lnTo>
                  <a:lnTo>
                    <a:pt x="391227" y="762635"/>
                  </a:lnTo>
                  <a:lnTo>
                    <a:pt x="442126" y="775977"/>
                  </a:lnTo>
                  <a:lnTo>
                    <a:pt x="495092" y="787127"/>
                  </a:lnTo>
                  <a:lnTo>
                    <a:pt x="549939" y="795980"/>
                  </a:lnTo>
                  <a:lnTo>
                    <a:pt x="606480" y="802433"/>
                  </a:lnTo>
                  <a:lnTo>
                    <a:pt x="664529" y="806380"/>
                  </a:lnTo>
                  <a:lnTo>
                    <a:pt x="723900" y="807720"/>
                  </a:lnTo>
                  <a:lnTo>
                    <a:pt x="783270" y="806380"/>
                  </a:lnTo>
                  <a:lnTo>
                    <a:pt x="841319" y="802433"/>
                  </a:lnTo>
                  <a:lnTo>
                    <a:pt x="897860" y="795980"/>
                  </a:lnTo>
                  <a:lnTo>
                    <a:pt x="952707" y="787127"/>
                  </a:lnTo>
                  <a:lnTo>
                    <a:pt x="1005673" y="775977"/>
                  </a:lnTo>
                  <a:lnTo>
                    <a:pt x="1056572" y="762635"/>
                  </a:lnTo>
                  <a:lnTo>
                    <a:pt x="1105218" y="747204"/>
                  </a:lnTo>
                  <a:lnTo>
                    <a:pt x="1151424" y="729788"/>
                  </a:lnTo>
                  <a:lnTo>
                    <a:pt x="1195005" y="710492"/>
                  </a:lnTo>
                  <a:lnTo>
                    <a:pt x="1235773" y="689419"/>
                  </a:lnTo>
                  <a:lnTo>
                    <a:pt x="1273543" y="666673"/>
                  </a:lnTo>
                  <a:lnTo>
                    <a:pt x="1308128" y="642359"/>
                  </a:lnTo>
                  <a:lnTo>
                    <a:pt x="1339342" y="616581"/>
                  </a:lnTo>
                  <a:lnTo>
                    <a:pt x="1366999" y="589442"/>
                  </a:lnTo>
                  <a:lnTo>
                    <a:pt x="1410894" y="531498"/>
                  </a:lnTo>
                  <a:lnTo>
                    <a:pt x="1438325" y="469359"/>
                  </a:lnTo>
                  <a:lnTo>
                    <a:pt x="1447800" y="403860"/>
                  </a:lnTo>
                  <a:lnTo>
                    <a:pt x="1445400" y="370741"/>
                  </a:lnTo>
                  <a:lnTo>
                    <a:pt x="1426761" y="306818"/>
                  </a:lnTo>
                  <a:lnTo>
                    <a:pt x="1390911" y="246673"/>
                  </a:lnTo>
                  <a:lnTo>
                    <a:pt x="1339342" y="191138"/>
                  </a:lnTo>
                  <a:lnTo>
                    <a:pt x="1308128" y="165360"/>
                  </a:lnTo>
                  <a:lnTo>
                    <a:pt x="1273543" y="141046"/>
                  </a:lnTo>
                  <a:lnTo>
                    <a:pt x="1235773" y="118300"/>
                  </a:lnTo>
                  <a:lnTo>
                    <a:pt x="1195005" y="97227"/>
                  </a:lnTo>
                  <a:lnTo>
                    <a:pt x="1151424" y="77931"/>
                  </a:lnTo>
                  <a:lnTo>
                    <a:pt x="1105218" y="60515"/>
                  </a:lnTo>
                  <a:lnTo>
                    <a:pt x="1056572" y="45084"/>
                  </a:lnTo>
                  <a:lnTo>
                    <a:pt x="1005673" y="31742"/>
                  </a:lnTo>
                  <a:lnTo>
                    <a:pt x="952707" y="20592"/>
                  </a:lnTo>
                  <a:lnTo>
                    <a:pt x="897860" y="11739"/>
                  </a:lnTo>
                  <a:lnTo>
                    <a:pt x="841319" y="5286"/>
                  </a:lnTo>
                  <a:lnTo>
                    <a:pt x="783270" y="1339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149" y="40385"/>
              <a:ext cx="1447800" cy="807720"/>
            </a:xfrm>
            <a:custGeom>
              <a:avLst/>
              <a:gdLst/>
              <a:ahLst/>
              <a:cxnLst/>
              <a:rect l="l" t="t" r="r" b="b"/>
              <a:pathLst>
                <a:path w="1447800" h="807719">
                  <a:moveTo>
                    <a:pt x="0" y="403860"/>
                  </a:moveTo>
                  <a:lnTo>
                    <a:pt x="9474" y="338360"/>
                  </a:lnTo>
                  <a:lnTo>
                    <a:pt x="36905" y="276221"/>
                  </a:lnTo>
                  <a:lnTo>
                    <a:pt x="80800" y="218277"/>
                  </a:lnTo>
                  <a:lnTo>
                    <a:pt x="108457" y="191138"/>
                  </a:lnTo>
                  <a:lnTo>
                    <a:pt x="139671" y="165360"/>
                  </a:lnTo>
                  <a:lnTo>
                    <a:pt x="174256" y="141046"/>
                  </a:lnTo>
                  <a:lnTo>
                    <a:pt x="212026" y="118300"/>
                  </a:lnTo>
                  <a:lnTo>
                    <a:pt x="252794" y="97227"/>
                  </a:lnTo>
                  <a:lnTo>
                    <a:pt x="296375" y="77931"/>
                  </a:lnTo>
                  <a:lnTo>
                    <a:pt x="342581" y="60515"/>
                  </a:lnTo>
                  <a:lnTo>
                    <a:pt x="391227" y="45084"/>
                  </a:lnTo>
                  <a:lnTo>
                    <a:pt x="442126" y="31742"/>
                  </a:lnTo>
                  <a:lnTo>
                    <a:pt x="495092" y="20592"/>
                  </a:lnTo>
                  <a:lnTo>
                    <a:pt x="549939" y="11739"/>
                  </a:lnTo>
                  <a:lnTo>
                    <a:pt x="606480" y="5286"/>
                  </a:lnTo>
                  <a:lnTo>
                    <a:pt x="664529" y="1339"/>
                  </a:lnTo>
                  <a:lnTo>
                    <a:pt x="723900" y="0"/>
                  </a:lnTo>
                  <a:lnTo>
                    <a:pt x="783270" y="1339"/>
                  </a:lnTo>
                  <a:lnTo>
                    <a:pt x="841319" y="5286"/>
                  </a:lnTo>
                  <a:lnTo>
                    <a:pt x="897860" y="11739"/>
                  </a:lnTo>
                  <a:lnTo>
                    <a:pt x="952707" y="20592"/>
                  </a:lnTo>
                  <a:lnTo>
                    <a:pt x="1005673" y="31742"/>
                  </a:lnTo>
                  <a:lnTo>
                    <a:pt x="1056572" y="45084"/>
                  </a:lnTo>
                  <a:lnTo>
                    <a:pt x="1105218" y="60515"/>
                  </a:lnTo>
                  <a:lnTo>
                    <a:pt x="1151424" y="77931"/>
                  </a:lnTo>
                  <a:lnTo>
                    <a:pt x="1195005" y="97227"/>
                  </a:lnTo>
                  <a:lnTo>
                    <a:pt x="1235773" y="118300"/>
                  </a:lnTo>
                  <a:lnTo>
                    <a:pt x="1273543" y="141046"/>
                  </a:lnTo>
                  <a:lnTo>
                    <a:pt x="1308128" y="165360"/>
                  </a:lnTo>
                  <a:lnTo>
                    <a:pt x="1339342" y="191138"/>
                  </a:lnTo>
                  <a:lnTo>
                    <a:pt x="1366999" y="218277"/>
                  </a:lnTo>
                  <a:lnTo>
                    <a:pt x="1410894" y="276221"/>
                  </a:lnTo>
                  <a:lnTo>
                    <a:pt x="1438325" y="338360"/>
                  </a:lnTo>
                  <a:lnTo>
                    <a:pt x="1447800" y="403860"/>
                  </a:lnTo>
                  <a:lnTo>
                    <a:pt x="1445400" y="436978"/>
                  </a:lnTo>
                  <a:lnTo>
                    <a:pt x="1426761" y="500901"/>
                  </a:lnTo>
                  <a:lnTo>
                    <a:pt x="1390911" y="561046"/>
                  </a:lnTo>
                  <a:lnTo>
                    <a:pt x="1339342" y="616581"/>
                  </a:lnTo>
                  <a:lnTo>
                    <a:pt x="1308128" y="642359"/>
                  </a:lnTo>
                  <a:lnTo>
                    <a:pt x="1273543" y="666673"/>
                  </a:lnTo>
                  <a:lnTo>
                    <a:pt x="1235773" y="689419"/>
                  </a:lnTo>
                  <a:lnTo>
                    <a:pt x="1195005" y="710492"/>
                  </a:lnTo>
                  <a:lnTo>
                    <a:pt x="1151424" y="729788"/>
                  </a:lnTo>
                  <a:lnTo>
                    <a:pt x="1105218" y="747204"/>
                  </a:lnTo>
                  <a:lnTo>
                    <a:pt x="1056572" y="762635"/>
                  </a:lnTo>
                  <a:lnTo>
                    <a:pt x="1005673" y="775977"/>
                  </a:lnTo>
                  <a:lnTo>
                    <a:pt x="952707" y="787127"/>
                  </a:lnTo>
                  <a:lnTo>
                    <a:pt x="897860" y="795980"/>
                  </a:lnTo>
                  <a:lnTo>
                    <a:pt x="841319" y="802433"/>
                  </a:lnTo>
                  <a:lnTo>
                    <a:pt x="783270" y="806380"/>
                  </a:lnTo>
                  <a:lnTo>
                    <a:pt x="723900" y="807720"/>
                  </a:lnTo>
                  <a:lnTo>
                    <a:pt x="664529" y="806380"/>
                  </a:lnTo>
                  <a:lnTo>
                    <a:pt x="606480" y="802433"/>
                  </a:lnTo>
                  <a:lnTo>
                    <a:pt x="549939" y="795980"/>
                  </a:lnTo>
                  <a:lnTo>
                    <a:pt x="495092" y="787127"/>
                  </a:lnTo>
                  <a:lnTo>
                    <a:pt x="442126" y="775977"/>
                  </a:lnTo>
                  <a:lnTo>
                    <a:pt x="391227" y="762635"/>
                  </a:lnTo>
                  <a:lnTo>
                    <a:pt x="342581" y="747204"/>
                  </a:lnTo>
                  <a:lnTo>
                    <a:pt x="296375" y="729788"/>
                  </a:lnTo>
                  <a:lnTo>
                    <a:pt x="252794" y="710492"/>
                  </a:lnTo>
                  <a:lnTo>
                    <a:pt x="212026" y="689419"/>
                  </a:lnTo>
                  <a:lnTo>
                    <a:pt x="174256" y="666673"/>
                  </a:lnTo>
                  <a:lnTo>
                    <a:pt x="139671" y="642359"/>
                  </a:lnTo>
                  <a:lnTo>
                    <a:pt x="108457" y="616581"/>
                  </a:lnTo>
                  <a:lnTo>
                    <a:pt x="80800" y="589442"/>
                  </a:lnTo>
                  <a:lnTo>
                    <a:pt x="36905" y="531498"/>
                  </a:lnTo>
                  <a:lnTo>
                    <a:pt x="9474" y="469359"/>
                  </a:lnTo>
                  <a:lnTo>
                    <a:pt x="0" y="403860"/>
                  </a:lnTo>
                  <a:close/>
                </a:path>
              </a:pathLst>
            </a:custGeom>
            <a:ln w="25908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92684" y="278079"/>
            <a:ext cx="7740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 descr="https://www.sih.gov.in/img1/SIH-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6393" y="117430"/>
            <a:ext cx="2159474" cy="100110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32103" y="830580"/>
            <a:ext cx="2914015" cy="1426210"/>
            <a:chOff x="832103" y="830580"/>
            <a:chExt cx="2914015" cy="14262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2103" y="830580"/>
              <a:ext cx="2913507" cy="14260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9347" y="854964"/>
              <a:ext cx="2828925" cy="1341120"/>
            </a:xfrm>
            <a:custGeom>
              <a:avLst/>
              <a:gdLst/>
              <a:ahLst/>
              <a:cxnLst/>
              <a:rect l="l" t="t" r="r" b="b"/>
              <a:pathLst>
                <a:path w="2828925" h="1341120">
                  <a:moveTo>
                    <a:pt x="2262886" y="0"/>
                  </a:moveTo>
                  <a:lnTo>
                    <a:pt x="565658" y="0"/>
                  </a:lnTo>
                  <a:lnTo>
                    <a:pt x="0" y="670560"/>
                  </a:lnTo>
                  <a:lnTo>
                    <a:pt x="565658" y="1341120"/>
                  </a:lnTo>
                  <a:lnTo>
                    <a:pt x="2262886" y="1341120"/>
                  </a:lnTo>
                  <a:lnTo>
                    <a:pt x="2828543" y="670560"/>
                  </a:lnTo>
                  <a:lnTo>
                    <a:pt x="2262886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79347" y="854964"/>
              <a:ext cx="2828925" cy="1341120"/>
            </a:xfrm>
            <a:custGeom>
              <a:avLst/>
              <a:gdLst/>
              <a:ahLst/>
              <a:cxnLst/>
              <a:rect l="l" t="t" r="r" b="b"/>
              <a:pathLst>
                <a:path w="2828925" h="1341120">
                  <a:moveTo>
                    <a:pt x="0" y="670560"/>
                  </a:moveTo>
                  <a:lnTo>
                    <a:pt x="565658" y="0"/>
                  </a:lnTo>
                  <a:lnTo>
                    <a:pt x="2262886" y="0"/>
                  </a:lnTo>
                  <a:lnTo>
                    <a:pt x="2828543" y="670560"/>
                  </a:lnTo>
                  <a:lnTo>
                    <a:pt x="2262886" y="1341120"/>
                  </a:lnTo>
                  <a:lnTo>
                    <a:pt x="565658" y="1341120"/>
                  </a:lnTo>
                  <a:lnTo>
                    <a:pt x="0" y="67056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524127" y="1191513"/>
            <a:ext cx="1339850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Calibri"/>
                <a:cs typeface="Calibri"/>
              </a:rPr>
              <a:t>FEASIBILITY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IDEA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2456726"/>
            <a:ext cx="4060825" cy="1946275"/>
            <a:chOff x="0" y="2456726"/>
            <a:chExt cx="4060825" cy="194627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191" y="2459968"/>
              <a:ext cx="3286179" cy="8498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7625" y="2478785"/>
              <a:ext cx="3215640" cy="0"/>
            </a:xfrm>
            <a:custGeom>
              <a:avLst/>
              <a:gdLst/>
              <a:ahLst/>
              <a:cxnLst/>
              <a:rect l="l" t="t" r="r" b="b"/>
              <a:pathLst>
                <a:path w="3215640" h="0">
                  <a:moveTo>
                    <a:pt x="0" y="0"/>
                  </a:moveTo>
                  <a:lnTo>
                    <a:pt x="3215386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848" y="2456726"/>
              <a:ext cx="232994" cy="3868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144" y="2478785"/>
              <a:ext cx="77724" cy="2335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2703575"/>
              <a:ext cx="3882770" cy="16988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32" y="2761487"/>
              <a:ext cx="3801999" cy="15175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335" y="2727959"/>
              <a:ext cx="3823970" cy="1614170"/>
            </a:xfrm>
            <a:custGeom>
              <a:avLst/>
              <a:gdLst/>
              <a:ahLst/>
              <a:cxnLst/>
              <a:rect l="l" t="t" r="r" b="b"/>
              <a:pathLst>
                <a:path w="3823970" h="1614170">
                  <a:moveTo>
                    <a:pt x="3554729" y="0"/>
                  </a:moveTo>
                  <a:lnTo>
                    <a:pt x="268986" y="0"/>
                  </a:lnTo>
                  <a:lnTo>
                    <a:pt x="220636" y="4332"/>
                  </a:lnTo>
                  <a:lnTo>
                    <a:pt x="175130" y="16824"/>
                  </a:lnTo>
                  <a:lnTo>
                    <a:pt x="133225" y="36717"/>
                  </a:lnTo>
                  <a:lnTo>
                    <a:pt x="95683" y="63251"/>
                  </a:lnTo>
                  <a:lnTo>
                    <a:pt x="63263" y="95668"/>
                  </a:lnTo>
                  <a:lnTo>
                    <a:pt x="36725" y="133208"/>
                  </a:lnTo>
                  <a:lnTo>
                    <a:pt x="16829" y="175114"/>
                  </a:lnTo>
                  <a:lnTo>
                    <a:pt x="4333" y="220626"/>
                  </a:lnTo>
                  <a:lnTo>
                    <a:pt x="0" y="268986"/>
                  </a:lnTo>
                  <a:lnTo>
                    <a:pt x="0" y="1344929"/>
                  </a:lnTo>
                  <a:lnTo>
                    <a:pt x="4333" y="1393289"/>
                  </a:lnTo>
                  <a:lnTo>
                    <a:pt x="16829" y="1438801"/>
                  </a:lnTo>
                  <a:lnTo>
                    <a:pt x="36725" y="1480707"/>
                  </a:lnTo>
                  <a:lnTo>
                    <a:pt x="63263" y="1518247"/>
                  </a:lnTo>
                  <a:lnTo>
                    <a:pt x="95683" y="1550664"/>
                  </a:lnTo>
                  <a:lnTo>
                    <a:pt x="133225" y="1577198"/>
                  </a:lnTo>
                  <a:lnTo>
                    <a:pt x="175130" y="1597091"/>
                  </a:lnTo>
                  <a:lnTo>
                    <a:pt x="220636" y="1609583"/>
                  </a:lnTo>
                  <a:lnTo>
                    <a:pt x="268986" y="1613915"/>
                  </a:lnTo>
                  <a:lnTo>
                    <a:pt x="3554729" y="1613915"/>
                  </a:lnTo>
                  <a:lnTo>
                    <a:pt x="3603089" y="1609583"/>
                  </a:lnTo>
                  <a:lnTo>
                    <a:pt x="3648601" y="1597091"/>
                  </a:lnTo>
                  <a:lnTo>
                    <a:pt x="3690507" y="1577198"/>
                  </a:lnTo>
                  <a:lnTo>
                    <a:pt x="3728047" y="1550664"/>
                  </a:lnTo>
                  <a:lnTo>
                    <a:pt x="3760464" y="1518247"/>
                  </a:lnTo>
                  <a:lnTo>
                    <a:pt x="3786998" y="1480707"/>
                  </a:lnTo>
                  <a:lnTo>
                    <a:pt x="3806891" y="1438801"/>
                  </a:lnTo>
                  <a:lnTo>
                    <a:pt x="3819383" y="1393289"/>
                  </a:lnTo>
                  <a:lnTo>
                    <a:pt x="3823716" y="1344929"/>
                  </a:lnTo>
                  <a:lnTo>
                    <a:pt x="3823716" y="268986"/>
                  </a:lnTo>
                  <a:lnTo>
                    <a:pt x="3819383" y="220626"/>
                  </a:lnTo>
                  <a:lnTo>
                    <a:pt x="3806891" y="175114"/>
                  </a:lnTo>
                  <a:lnTo>
                    <a:pt x="3786998" y="133208"/>
                  </a:lnTo>
                  <a:lnTo>
                    <a:pt x="3760464" y="95668"/>
                  </a:lnTo>
                  <a:lnTo>
                    <a:pt x="3728047" y="63251"/>
                  </a:lnTo>
                  <a:lnTo>
                    <a:pt x="3690507" y="36717"/>
                  </a:lnTo>
                  <a:lnTo>
                    <a:pt x="3648601" y="16824"/>
                  </a:lnTo>
                  <a:lnTo>
                    <a:pt x="3603089" y="4332"/>
                  </a:lnTo>
                  <a:lnTo>
                    <a:pt x="355472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335" y="2727959"/>
              <a:ext cx="3823970" cy="1614170"/>
            </a:xfrm>
            <a:custGeom>
              <a:avLst/>
              <a:gdLst/>
              <a:ahLst/>
              <a:cxnLst/>
              <a:rect l="l" t="t" r="r" b="b"/>
              <a:pathLst>
                <a:path w="3823970" h="1614170">
                  <a:moveTo>
                    <a:pt x="0" y="268986"/>
                  </a:moveTo>
                  <a:lnTo>
                    <a:pt x="4333" y="220626"/>
                  </a:lnTo>
                  <a:lnTo>
                    <a:pt x="16829" y="175114"/>
                  </a:lnTo>
                  <a:lnTo>
                    <a:pt x="36725" y="133208"/>
                  </a:lnTo>
                  <a:lnTo>
                    <a:pt x="63263" y="95668"/>
                  </a:lnTo>
                  <a:lnTo>
                    <a:pt x="95683" y="63251"/>
                  </a:lnTo>
                  <a:lnTo>
                    <a:pt x="133225" y="36717"/>
                  </a:lnTo>
                  <a:lnTo>
                    <a:pt x="175130" y="16824"/>
                  </a:lnTo>
                  <a:lnTo>
                    <a:pt x="220636" y="4332"/>
                  </a:lnTo>
                  <a:lnTo>
                    <a:pt x="268986" y="0"/>
                  </a:lnTo>
                  <a:lnTo>
                    <a:pt x="3554729" y="0"/>
                  </a:lnTo>
                  <a:lnTo>
                    <a:pt x="3603089" y="4332"/>
                  </a:lnTo>
                  <a:lnTo>
                    <a:pt x="3648601" y="16824"/>
                  </a:lnTo>
                  <a:lnTo>
                    <a:pt x="3690507" y="36717"/>
                  </a:lnTo>
                  <a:lnTo>
                    <a:pt x="3728047" y="63251"/>
                  </a:lnTo>
                  <a:lnTo>
                    <a:pt x="3760464" y="95668"/>
                  </a:lnTo>
                  <a:lnTo>
                    <a:pt x="3786998" y="133208"/>
                  </a:lnTo>
                  <a:lnTo>
                    <a:pt x="3806891" y="175114"/>
                  </a:lnTo>
                  <a:lnTo>
                    <a:pt x="3819383" y="220626"/>
                  </a:lnTo>
                  <a:lnTo>
                    <a:pt x="3823716" y="268986"/>
                  </a:lnTo>
                  <a:lnTo>
                    <a:pt x="3823716" y="1344929"/>
                  </a:lnTo>
                  <a:lnTo>
                    <a:pt x="3819383" y="1393289"/>
                  </a:lnTo>
                  <a:lnTo>
                    <a:pt x="3806891" y="1438801"/>
                  </a:lnTo>
                  <a:lnTo>
                    <a:pt x="3786998" y="1480707"/>
                  </a:lnTo>
                  <a:lnTo>
                    <a:pt x="3760464" y="1518247"/>
                  </a:lnTo>
                  <a:lnTo>
                    <a:pt x="3728047" y="1550664"/>
                  </a:lnTo>
                  <a:lnTo>
                    <a:pt x="3690507" y="1577198"/>
                  </a:lnTo>
                  <a:lnTo>
                    <a:pt x="3648601" y="1597091"/>
                  </a:lnTo>
                  <a:lnTo>
                    <a:pt x="3603089" y="1609583"/>
                  </a:lnTo>
                  <a:lnTo>
                    <a:pt x="3554729" y="1613915"/>
                  </a:lnTo>
                  <a:lnTo>
                    <a:pt x="268986" y="1613915"/>
                  </a:lnTo>
                  <a:lnTo>
                    <a:pt x="220636" y="1609583"/>
                  </a:lnTo>
                  <a:lnTo>
                    <a:pt x="175130" y="1597091"/>
                  </a:lnTo>
                  <a:lnTo>
                    <a:pt x="133225" y="1577198"/>
                  </a:lnTo>
                  <a:lnTo>
                    <a:pt x="95683" y="1550664"/>
                  </a:lnTo>
                  <a:lnTo>
                    <a:pt x="63263" y="1518247"/>
                  </a:lnTo>
                  <a:lnTo>
                    <a:pt x="36725" y="1480707"/>
                  </a:lnTo>
                  <a:lnTo>
                    <a:pt x="16829" y="1438801"/>
                  </a:lnTo>
                  <a:lnTo>
                    <a:pt x="4333" y="1393289"/>
                  </a:lnTo>
                  <a:lnTo>
                    <a:pt x="0" y="1344929"/>
                  </a:lnTo>
                  <a:lnTo>
                    <a:pt x="0" y="26898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78714" y="2824734"/>
            <a:ext cx="3018790" cy="789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199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TECHNICAL</a:t>
            </a:r>
            <a:r>
              <a:rPr dirty="0" u="sng" sz="18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FEASBILITY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  <a:tabLst>
                <a:tab pos="783590" algn="l"/>
                <a:tab pos="1205865" algn="l"/>
                <a:tab pos="2190750" algn="l"/>
              </a:tabLst>
            </a:pPr>
            <a:r>
              <a:rPr dirty="0" sz="1600" b="1">
                <a:latin typeface="Calibri"/>
                <a:cs typeface="Calibri"/>
              </a:rPr>
              <a:t>1</a:t>
            </a:r>
            <a:r>
              <a:rPr dirty="0" sz="1600">
                <a:latin typeface="Calibri"/>
                <a:cs typeface="Calibri"/>
              </a:rPr>
              <a:t>.</a:t>
            </a:r>
            <a:r>
              <a:rPr dirty="0" sz="1600" spc="10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100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system</a:t>
            </a:r>
            <a:r>
              <a:rPr dirty="0" sz="1600" spc="100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105">
                <a:latin typeface="Calibri"/>
                <a:cs typeface="Calibri"/>
              </a:rPr>
              <a:t> 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100">
                <a:latin typeface="Calibri"/>
                <a:cs typeface="Calibri"/>
              </a:rPr>
              <a:t>  </a:t>
            </a:r>
            <a:r>
              <a:rPr dirty="0" sz="1600" spc="-10">
                <a:latin typeface="Calibri"/>
                <a:cs typeface="Calibri"/>
              </a:rPr>
              <a:t>integrated existing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25">
                <a:latin typeface="Calibri"/>
                <a:cs typeface="Calibri"/>
              </a:rPr>
              <a:t>PM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Internship</a:t>
            </a: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platforms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95903" y="3102101"/>
            <a:ext cx="3924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Calibri"/>
                <a:cs typeface="Calibri"/>
              </a:rPr>
              <a:t>with with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8714" y="3589782"/>
            <a:ext cx="35058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libri"/>
                <a:cs typeface="Calibri"/>
              </a:rPr>
              <a:t>moderate</a:t>
            </a:r>
            <a:r>
              <a:rPr dirty="0" sz="1600" spc="3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cloud/database</a:t>
            </a:r>
            <a:r>
              <a:rPr dirty="0" sz="1600" spc="3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infrastructure, </a:t>
            </a:r>
            <a:r>
              <a:rPr dirty="0" sz="1600">
                <a:latin typeface="Calibri"/>
                <a:cs typeface="Calibri"/>
              </a:rPr>
              <a:t>making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deployment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practical.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4819" y="2456688"/>
            <a:ext cx="3895090" cy="4401820"/>
            <a:chOff x="464819" y="2456688"/>
            <a:chExt cx="3895090" cy="440182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2108" y="2456688"/>
              <a:ext cx="232994" cy="20966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94404" y="2478786"/>
              <a:ext cx="78105" cy="1943735"/>
            </a:xfrm>
            <a:custGeom>
              <a:avLst/>
              <a:gdLst/>
              <a:ahLst/>
              <a:cxnLst/>
              <a:rect l="l" t="t" r="r" b="b"/>
              <a:pathLst>
                <a:path w="78104" h="1943735">
                  <a:moveTo>
                    <a:pt x="25908" y="1866011"/>
                  </a:moveTo>
                  <a:lnTo>
                    <a:pt x="0" y="1866011"/>
                  </a:lnTo>
                  <a:lnTo>
                    <a:pt x="38862" y="1943734"/>
                  </a:lnTo>
                  <a:lnTo>
                    <a:pt x="71247" y="1878964"/>
                  </a:lnTo>
                  <a:lnTo>
                    <a:pt x="25908" y="1878964"/>
                  </a:lnTo>
                  <a:lnTo>
                    <a:pt x="25908" y="1866011"/>
                  </a:lnTo>
                  <a:close/>
                </a:path>
                <a:path w="78104" h="1943735">
                  <a:moveTo>
                    <a:pt x="51816" y="0"/>
                  </a:moveTo>
                  <a:lnTo>
                    <a:pt x="25908" y="0"/>
                  </a:lnTo>
                  <a:lnTo>
                    <a:pt x="25908" y="1878964"/>
                  </a:lnTo>
                  <a:lnTo>
                    <a:pt x="51816" y="1878964"/>
                  </a:lnTo>
                  <a:lnTo>
                    <a:pt x="51816" y="0"/>
                  </a:lnTo>
                  <a:close/>
                </a:path>
                <a:path w="78104" h="1943735">
                  <a:moveTo>
                    <a:pt x="77724" y="1866011"/>
                  </a:moveTo>
                  <a:lnTo>
                    <a:pt x="51816" y="1866011"/>
                  </a:lnTo>
                  <a:lnTo>
                    <a:pt x="51816" y="1878964"/>
                  </a:lnTo>
                  <a:lnTo>
                    <a:pt x="71247" y="1878964"/>
                  </a:lnTo>
                  <a:lnTo>
                    <a:pt x="77724" y="1866011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819" y="4565920"/>
              <a:ext cx="3894963" cy="22155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3879" y="4657368"/>
              <a:ext cx="3693795" cy="220063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12063" y="4590288"/>
              <a:ext cx="3810000" cy="2131060"/>
            </a:xfrm>
            <a:custGeom>
              <a:avLst/>
              <a:gdLst/>
              <a:ahLst/>
              <a:cxnLst/>
              <a:rect l="l" t="t" r="r" b="b"/>
              <a:pathLst>
                <a:path w="3810000" h="2131059">
                  <a:moveTo>
                    <a:pt x="3435477" y="0"/>
                  </a:moveTo>
                  <a:lnTo>
                    <a:pt x="374510" y="0"/>
                  </a:lnTo>
                  <a:lnTo>
                    <a:pt x="327533" y="2917"/>
                  </a:lnTo>
                  <a:lnTo>
                    <a:pt x="282297" y="11435"/>
                  </a:lnTo>
                  <a:lnTo>
                    <a:pt x="239153" y="25204"/>
                  </a:lnTo>
                  <a:lnTo>
                    <a:pt x="198452" y="43873"/>
                  </a:lnTo>
                  <a:lnTo>
                    <a:pt x="160546" y="67091"/>
                  </a:lnTo>
                  <a:lnTo>
                    <a:pt x="125784" y="94507"/>
                  </a:lnTo>
                  <a:lnTo>
                    <a:pt x="94519" y="125771"/>
                  </a:lnTo>
                  <a:lnTo>
                    <a:pt x="67100" y="160532"/>
                  </a:lnTo>
                  <a:lnTo>
                    <a:pt x="43880" y="198440"/>
                  </a:lnTo>
                  <a:lnTo>
                    <a:pt x="25209" y="239143"/>
                  </a:lnTo>
                  <a:lnTo>
                    <a:pt x="11438" y="282292"/>
                  </a:lnTo>
                  <a:lnTo>
                    <a:pt x="2918" y="327535"/>
                  </a:lnTo>
                  <a:lnTo>
                    <a:pt x="0" y="374523"/>
                  </a:lnTo>
                  <a:lnTo>
                    <a:pt x="0" y="1756041"/>
                  </a:lnTo>
                  <a:lnTo>
                    <a:pt x="2918" y="1803018"/>
                  </a:lnTo>
                  <a:lnTo>
                    <a:pt x="11438" y="1848254"/>
                  </a:lnTo>
                  <a:lnTo>
                    <a:pt x="25209" y="1891398"/>
                  </a:lnTo>
                  <a:lnTo>
                    <a:pt x="43880" y="1932099"/>
                  </a:lnTo>
                  <a:lnTo>
                    <a:pt x="67100" y="1970005"/>
                  </a:lnTo>
                  <a:lnTo>
                    <a:pt x="94519" y="2004767"/>
                  </a:lnTo>
                  <a:lnTo>
                    <a:pt x="125784" y="2036032"/>
                  </a:lnTo>
                  <a:lnTo>
                    <a:pt x="160546" y="2063451"/>
                  </a:lnTo>
                  <a:lnTo>
                    <a:pt x="198452" y="2086671"/>
                  </a:lnTo>
                  <a:lnTo>
                    <a:pt x="239153" y="2105342"/>
                  </a:lnTo>
                  <a:lnTo>
                    <a:pt x="282297" y="2119113"/>
                  </a:lnTo>
                  <a:lnTo>
                    <a:pt x="327533" y="2127633"/>
                  </a:lnTo>
                  <a:lnTo>
                    <a:pt x="374510" y="2130552"/>
                  </a:lnTo>
                  <a:lnTo>
                    <a:pt x="3435477" y="2130552"/>
                  </a:lnTo>
                  <a:lnTo>
                    <a:pt x="3482464" y="2127633"/>
                  </a:lnTo>
                  <a:lnTo>
                    <a:pt x="3527707" y="2119113"/>
                  </a:lnTo>
                  <a:lnTo>
                    <a:pt x="3570856" y="2105342"/>
                  </a:lnTo>
                  <a:lnTo>
                    <a:pt x="3611559" y="2086671"/>
                  </a:lnTo>
                  <a:lnTo>
                    <a:pt x="3649467" y="2063451"/>
                  </a:lnTo>
                  <a:lnTo>
                    <a:pt x="3684228" y="2036032"/>
                  </a:lnTo>
                  <a:lnTo>
                    <a:pt x="3715492" y="2004767"/>
                  </a:lnTo>
                  <a:lnTo>
                    <a:pt x="3742908" y="1970005"/>
                  </a:lnTo>
                  <a:lnTo>
                    <a:pt x="3766126" y="1932099"/>
                  </a:lnTo>
                  <a:lnTo>
                    <a:pt x="3784795" y="1891398"/>
                  </a:lnTo>
                  <a:lnTo>
                    <a:pt x="3798564" y="1848254"/>
                  </a:lnTo>
                  <a:lnTo>
                    <a:pt x="3807082" y="1803018"/>
                  </a:lnTo>
                  <a:lnTo>
                    <a:pt x="3810000" y="1756041"/>
                  </a:lnTo>
                  <a:lnTo>
                    <a:pt x="3810000" y="374523"/>
                  </a:lnTo>
                  <a:lnTo>
                    <a:pt x="3807082" y="327535"/>
                  </a:lnTo>
                  <a:lnTo>
                    <a:pt x="3798564" y="282292"/>
                  </a:lnTo>
                  <a:lnTo>
                    <a:pt x="3784795" y="239143"/>
                  </a:lnTo>
                  <a:lnTo>
                    <a:pt x="3766126" y="198440"/>
                  </a:lnTo>
                  <a:lnTo>
                    <a:pt x="3742908" y="160532"/>
                  </a:lnTo>
                  <a:lnTo>
                    <a:pt x="3715492" y="125771"/>
                  </a:lnTo>
                  <a:lnTo>
                    <a:pt x="3684228" y="94507"/>
                  </a:lnTo>
                  <a:lnTo>
                    <a:pt x="3649467" y="67091"/>
                  </a:lnTo>
                  <a:lnTo>
                    <a:pt x="3611559" y="43873"/>
                  </a:lnTo>
                  <a:lnTo>
                    <a:pt x="3570856" y="25204"/>
                  </a:lnTo>
                  <a:lnTo>
                    <a:pt x="3527707" y="11435"/>
                  </a:lnTo>
                  <a:lnTo>
                    <a:pt x="3482464" y="2917"/>
                  </a:lnTo>
                  <a:lnTo>
                    <a:pt x="3435477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12063" y="4590288"/>
              <a:ext cx="3810000" cy="2131060"/>
            </a:xfrm>
            <a:custGeom>
              <a:avLst/>
              <a:gdLst/>
              <a:ahLst/>
              <a:cxnLst/>
              <a:rect l="l" t="t" r="r" b="b"/>
              <a:pathLst>
                <a:path w="3810000" h="2131059">
                  <a:moveTo>
                    <a:pt x="0" y="374523"/>
                  </a:moveTo>
                  <a:lnTo>
                    <a:pt x="2918" y="327535"/>
                  </a:lnTo>
                  <a:lnTo>
                    <a:pt x="11438" y="282292"/>
                  </a:lnTo>
                  <a:lnTo>
                    <a:pt x="25209" y="239143"/>
                  </a:lnTo>
                  <a:lnTo>
                    <a:pt x="43880" y="198440"/>
                  </a:lnTo>
                  <a:lnTo>
                    <a:pt x="67100" y="160532"/>
                  </a:lnTo>
                  <a:lnTo>
                    <a:pt x="94519" y="125771"/>
                  </a:lnTo>
                  <a:lnTo>
                    <a:pt x="125784" y="94507"/>
                  </a:lnTo>
                  <a:lnTo>
                    <a:pt x="160546" y="67091"/>
                  </a:lnTo>
                  <a:lnTo>
                    <a:pt x="198452" y="43873"/>
                  </a:lnTo>
                  <a:lnTo>
                    <a:pt x="239153" y="25204"/>
                  </a:lnTo>
                  <a:lnTo>
                    <a:pt x="282297" y="11435"/>
                  </a:lnTo>
                  <a:lnTo>
                    <a:pt x="327533" y="2917"/>
                  </a:lnTo>
                  <a:lnTo>
                    <a:pt x="374510" y="0"/>
                  </a:lnTo>
                  <a:lnTo>
                    <a:pt x="3435477" y="0"/>
                  </a:lnTo>
                  <a:lnTo>
                    <a:pt x="3482464" y="2917"/>
                  </a:lnTo>
                  <a:lnTo>
                    <a:pt x="3527707" y="11435"/>
                  </a:lnTo>
                  <a:lnTo>
                    <a:pt x="3570856" y="25204"/>
                  </a:lnTo>
                  <a:lnTo>
                    <a:pt x="3611559" y="43873"/>
                  </a:lnTo>
                  <a:lnTo>
                    <a:pt x="3649467" y="67091"/>
                  </a:lnTo>
                  <a:lnTo>
                    <a:pt x="3684228" y="94507"/>
                  </a:lnTo>
                  <a:lnTo>
                    <a:pt x="3715492" y="125771"/>
                  </a:lnTo>
                  <a:lnTo>
                    <a:pt x="3742908" y="160532"/>
                  </a:lnTo>
                  <a:lnTo>
                    <a:pt x="3766126" y="198440"/>
                  </a:lnTo>
                  <a:lnTo>
                    <a:pt x="3784795" y="239143"/>
                  </a:lnTo>
                  <a:lnTo>
                    <a:pt x="3798564" y="282292"/>
                  </a:lnTo>
                  <a:lnTo>
                    <a:pt x="3807082" y="327535"/>
                  </a:lnTo>
                  <a:lnTo>
                    <a:pt x="3810000" y="374523"/>
                  </a:lnTo>
                  <a:lnTo>
                    <a:pt x="3810000" y="1756041"/>
                  </a:lnTo>
                  <a:lnTo>
                    <a:pt x="3807082" y="1803018"/>
                  </a:lnTo>
                  <a:lnTo>
                    <a:pt x="3798564" y="1848254"/>
                  </a:lnTo>
                  <a:lnTo>
                    <a:pt x="3784795" y="1891398"/>
                  </a:lnTo>
                  <a:lnTo>
                    <a:pt x="3766126" y="1932099"/>
                  </a:lnTo>
                  <a:lnTo>
                    <a:pt x="3742908" y="1970005"/>
                  </a:lnTo>
                  <a:lnTo>
                    <a:pt x="3715492" y="2004767"/>
                  </a:lnTo>
                  <a:lnTo>
                    <a:pt x="3684228" y="2036032"/>
                  </a:lnTo>
                  <a:lnTo>
                    <a:pt x="3649467" y="2063451"/>
                  </a:lnTo>
                  <a:lnTo>
                    <a:pt x="3611559" y="2086671"/>
                  </a:lnTo>
                  <a:lnTo>
                    <a:pt x="3570856" y="2105342"/>
                  </a:lnTo>
                  <a:lnTo>
                    <a:pt x="3527707" y="2119113"/>
                  </a:lnTo>
                  <a:lnTo>
                    <a:pt x="3482464" y="2127633"/>
                  </a:lnTo>
                  <a:lnTo>
                    <a:pt x="3435477" y="2130552"/>
                  </a:lnTo>
                  <a:lnTo>
                    <a:pt x="374510" y="2130552"/>
                  </a:lnTo>
                  <a:lnTo>
                    <a:pt x="327533" y="2127633"/>
                  </a:lnTo>
                  <a:lnTo>
                    <a:pt x="282297" y="2119113"/>
                  </a:lnTo>
                  <a:lnTo>
                    <a:pt x="239153" y="2105342"/>
                  </a:lnTo>
                  <a:lnTo>
                    <a:pt x="198452" y="2086671"/>
                  </a:lnTo>
                  <a:lnTo>
                    <a:pt x="160546" y="2063451"/>
                  </a:lnTo>
                  <a:lnTo>
                    <a:pt x="125784" y="2036032"/>
                  </a:lnTo>
                  <a:lnTo>
                    <a:pt x="94519" y="2004767"/>
                  </a:lnTo>
                  <a:lnTo>
                    <a:pt x="67100" y="1970005"/>
                  </a:lnTo>
                  <a:lnTo>
                    <a:pt x="43880" y="1932099"/>
                  </a:lnTo>
                  <a:lnTo>
                    <a:pt x="25209" y="1891398"/>
                  </a:lnTo>
                  <a:lnTo>
                    <a:pt x="11438" y="1848254"/>
                  </a:lnTo>
                  <a:lnTo>
                    <a:pt x="2918" y="1803018"/>
                  </a:lnTo>
                  <a:lnTo>
                    <a:pt x="0" y="1756041"/>
                  </a:lnTo>
                  <a:lnTo>
                    <a:pt x="0" y="37452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01141" y="4719573"/>
            <a:ext cx="3431540" cy="1370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025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MARKET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FEASIBILITY</a:t>
            </a:r>
            <a:endParaRPr sz="1800">
              <a:latin typeface="Calibri"/>
              <a:cs typeface="Calibri"/>
            </a:endParaRPr>
          </a:p>
          <a:p>
            <a:pPr algn="just" marL="12700" marR="5080" indent="-3175">
              <a:lnSpc>
                <a:spcPct val="100000"/>
              </a:lnSpc>
              <a:spcBef>
                <a:spcPts val="25"/>
              </a:spcBef>
              <a:buSzPct val="92857"/>
              <a:buAutoNum type="arabicPeriod"/>
              <a:tabLst>
                <a:tab pos="147955" algn="l"/>
              </a:tabLst>
            </a:pPr>
            <a:r>
              <a:rPr dirty="0" sz="140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High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demand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personalized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internship </a:t>
            </a:r>
            <a:r>
              <a:rPr dirty="0" sz="1400">
                <a:latin typeface="Calibri"/>
                <a:cs typeface="Calibri"/>
              </a:rPr>
              <a:t>allocation, especially for students from </a:t>
            </a:r>
            <a:r>
              <a:rPr dirty="0" sz="1400" spc="-10">
                <a:latin typeface="Calibri"/>
                <a:cs typeface="Calibri"/>
              </a:rPr>
              <a:t>Tier-2/Tier-</a:t>
            </a:r>
            <a:r>
              <a:rPr dirty="0" sz="1400">
                <a:latin typeface="Calibri"/>
                <a:cs typeface="Calibri"/>
              </a:rPr>
              <a:t>3</a:t>
            </a:r>
            <a:r>
              <a:rPr dirty="0" sz="1400" spc="3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cities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who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struggle</a:t>
            </a:r>
            <a:r>
              <a:rPr dirty="0" sz="1400" spc="3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3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find</a:t>
            </a:r>
            <a:r>
              <a:rPr dirty="0" sz="1400" spc="3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relevant opportunities</a:t>
            </a:r>
            <a:endParaRPr sz="1400">
              <a:latin typeface="Calibri"/>
              <a:cs typeface="Calibri"/>
            </a:endParaRPr>
          </a:p>
          <a:p>
            <a:pPr algn="just" marL="238125" indent="-225425">
              <a:lnSpc>
                <a:spcPct val="100000"/>
              </a:lnSpc>
              <a:buSzPct val="92857"/>
              <a:buAutoNum type="arabicPeriod"/>
              <a:tabLst>
                <a:tab pos="238125" algn="l"/>
              </a:tabLst>
            </a:pPr>
            <a:r>
              <a:rPr dirty="0" sz="1400">
                <a:latin typeface="Calibri"/>
                <a:cs typeface="Calibri"/>
              </a:rPr>
              <a:t>Organizations</a:t>
            </a:r>
            <a:r>
              <a:rPr dirty="0" sz="1400" spc="3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3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PM</a:t>
            </a:r>
            <a:r>
              <a:rPr dirty="0" sz="1400" spc="3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Internship</a:t>
            </a:r>
            <a:r>
              <a:rPr dirty="0" sz="1400" spc="3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Scheme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1141" y="6063488"/>
            <a:ext cx="342900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3275" algn="l"/>
                <a:tab pos="1426845" algn="l"/>
                <a:tab pos="2146300" algn="l"/>
              </a:tabLst>
            </a:pPr>
            <a:r>
              <a:rPr dirty="0" sz="1400" spc="-10">
                <a:latin typeface="Calibri"/>
                <a:cs typeface="Calibri"/>
              </a:rPr>
              <a:t>benefit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from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better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skill-to-internship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1141" y="6277457"/>
            <a:ext cx="34302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matching,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improving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overall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placement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success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satisfaction</a:t>
            </a:r>
            <a:r>
              <a:rPr dirty="0" sz="1600" spc="-1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65320" y="1171968"/>
            <a:ext cx="7688580" cy="5510530"/>
            <a:chOff x="4465320" y="1171968"/>
            <a:chExt cx="7688580" cy="5510530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65320" y="1171968"/>
              <a:ext cx="7688199" cy="551040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512564" y="1196339"/>
              <a:ext cx="7603490" cy="5425440"/>
            </a:xfrm>
            <a:custGeom>
              <a:avLst/>
              <a:gdLst/>
              <a:ahLst/>
              <a:cxnLst/>
              <a:rect l="l" t="t" r="r" b="b"/>
              <a:pathLst>
                <a:path w="7603490" h="5425440">
                  <a:moveTo>
                    <a:pt x="7603236" y="0"/>
                  </a:moveTo>
                  <a:lnTo>
                    <a:pt x="0" y="0"/>
                  </a:lnTo>
                  <a:lnTo>
                    <a:pt x="0" y="5425440"/>
                  </a:lnTo>
                  <a:lnTo>
                    <a:pt x="7603236" y="5425440"/>
                  </a:lnTo>
                  <a:lnTo>
                    <a:pt x="7603236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12564" y="1196339"/>
              <a:ext cx="7603490" cy="5425440"/>
            </a:xfrm>
            <a:custGeom>
              <a:avLst/>
              <a:gdLst/>
              <a:ahLst/>
              <a:cxnLst/>
              <a:rect l="l" t="t" r="r" b="b"/>
              <a:pathLst>
                <a:path w="7603490" h="5425440">
                  <a:moveTo>
                    <a:pt x="0" y="5425440"/>
                  </a:moveTo>
                  <a:lnTo>
                    <a:pt x="7603236" y="5425440"/>
                  </a:lnTo>
                  <a:lnTo>
                    <a:pt x="7603236" y="0"/>
                  </a:lnTo>
                  <a:lnTo>
                    <a:pt x="0" y="0"/>
                  </a:lnTo>
                  <a:lnTo>
                    <a:pt x="0" y="542544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65904" y="1283207"/>
              <a:ext cx="7487031" cy="242430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66488" y="1417319"/>
              <a:ext cx="7282815" cy="243801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13148" y="1307591"/>
              <a:ext cx="7402195" cy="2339340"/>
            </a:xfrm>
            <a:custGeom>
              <a:avLst/>
              <a:gdLst/>
              <a:ahLst/>
              <a:cxnLst/>
              <a:rect l="l" t="t" r="r" b="b"/>
              <a:pathLst>
                <a:path w="7402195" h="2339340">
                  <a:moveTo>
                    <a:pt x="6856095" y="0"/>
                  </a:moveTo>
                  <a:lnTo>
                    <a:pt x="545973" y="0"/>
                  </a:lnTo>
                  <a:lnTo>
                    <a:pt x="498869" y="2004"/>
                  </a:lnTo>
                  <a:lnTo>
                    <a:pt x="452877" y="7907"/>
                  </a:lnTo>
                  <a:lnTo>
                    <a:pt x="408160" y="17546"/>
                  </a:lnTo>
                  <a:lnTo>
                    <a:pt x="364884" y="30757"/>
                  </a:lnTo>
                  <a:lnTo>
                    <a:pt x="323211" y="47375"/>
                  </a:lnTo>
                  <a:lnTo>
                    <a:pt x="283305" y="67236"/>
                  </a:lnTo>
                  <a:lnTo>
                    <a:pt x="245332" y="90176"/>
                  </a:lnTo>
                  <a:lnTo>
                    <a:pt x="209454" y="116032"/>
                  </a:lnTo>
                  <a:lnTo>
                    <a:pt x="175835" y="144640"/>
                  </a:lnTo>
                  <a:lnTo>
                    <a:pt x="144640" y="175835"/>
                  </a:lnTo>
                  <a:lnTo>
                    <a:pt x="116032" y="209454"/>
                  </a:lnTo>
                  <a:lnTo>
                    <a:pt x="90176" y="245332"/>
                  </a:lnTo>
                  <a:lnTo>
                    <a:pt x="67236" y="283305"/>
                  </a:lnTo>
                  <a:lnTo>
                    <a:pt x="47375" y="323211"/>
                  </a:lnTo>
                  <a:lnTo>
                    <a:pt x="30757" y="364884"/>
                  </a:lnTo>
                  <a:lnTo>
                    <a:pt x="17546" y="408160"/>
                  </a:lnTo>
                  <a:lnTo>
                    <a:pt x="7907" y="452877"/>
                  </a:lnTo>
                  <a:lnTo>
                    <a:pt x="2004" y="498869"/>
                  </a:lnTo>
                  <a:lnTo>
                    <a:pt x="0" y="545973"/>
                  </a:lnTo>
                  <a:lnTo>
                    <a:pt x="0" y="1793367"/>
                  </a:lnTo>
                  <a:lnTo>
                    <a:pt x="2004" y="1840470"/>
                  </a:lnTo>
                  <a:lnTo>
                    <a:pt x="7907" y="1886462"/>
                  </a:lnTo>
                  <a:lnTo>
                    <a:pt x="17546" y="1931179"/>
                  </a:lnTo>
                  <a:lnTo>
                    <a:pt x="30757" y="1974455"/>
                  </a:lnTo>
                  <a:lnTo>
                    <a:pt x="47375" y="2016128"/>
                  </a:lnTo>
                  <a:lnTo>
                    <a:pt x="67236" y="2056034"/>
                  </a:lnTo>
                  <a:lnTo>
                    <a:pt x="90176" y="2094007"/>
                  </a:lnTo>
                  <a:lnTo>
                    <a:pt x="116032" y="2129885"/>
                  </a:lnTo>
                  <a:lnTo>
                    <a:pt x="144640" y="2163504"/>
                  </a:lnTo>
                  <a:lnTo>
                    <a:pt x="175835" y="2194699"/>
                  </a:lnTo>
                  <a:lnTo>
                    <a:pt x="209454" y="2223307"/>
                  </a:lnTo>
                  <a:lnTo>
                    <a:pt x="245332" y="2249163"/>
                  </a:lnTo>
                  <a:lnTo>
                    <a:pt x="283305" y="2272103"/>
                  </a:lnTo>
                  <a:lnTo>
                    <a:pt x="323211" y="2291964"/>
                  </a:lnTo>
                  <a:lnTo>
                    <a:pt x="364884" y="2308582"/>
                  </a:lnTo>
                  <a:lnTo>
                    <a:pt x="408160" y="2321793"/>
                  </a:lnTo>
                  <a:lnTo>
                    <a:pt x="452877" y="2331432"/>
                  </a:lnTo>
                  <a:lnTo>
                    <a:pt x="498869" y="2337335"/>
                  </a:lnTo>
                  <a:lnTo>
                    <a:pt x="545973" y="2339340"/>
                  </a:lnTo>
                  <a:lnTo>
                    <a:pt x="6856095" y="2339340"/>
                  </a:lnTo>
                  <a:lnTo>
                    <a:pt x="6903198" y="2337335"/>
                  </a:lnTo>
                  <a:lnTo>
                    <a:pt x="6949190" y="2331432"/>
                  </a:lnTo>
                  <a:lnTo>
                    <a:pt x="6993907" y="2321793"/>
                  </a:lnTo>
                  <a:lnTo>
                    <a:pt x="7037183" y="2308582"/>
                  </a:lnTo>
                  <a:lnTo>
                    <a:pt x="7078856" y="2291964"/>
                  </a:lnTo>
                  <a:lnTo>
                    <a:pt x="7118762" y="2272103"/>
                  </a:lnTo>
                  <a:lnTo>
                    <a:pt x="7156735" y="2249163"/>
                  </a:lnTo>
                  <a:lnTo>
                    <a:pt x="7192613" y="2223307"/>
                  </a:lnTo>
                  <a:lnTo>
                    <a:pt x="7226232" y="2194699"/>
                  </a:lnTo>
                  <a:lnTo>
                    <a:pt x="7257427" y="2163504"/>
                  </a:lnTo>
                  <a:lnTo>
                    <a:pt x="7286035" y="2129885"/>
                  </a:lnTo>
                  <a:lnTo>
                    <a:pt x="7311891" y="2094007"/>
                  </a:lnTo>
                  <a:lnTo>
                    <a:pt x="7334831" y="2056034"/>
                  </a:lnTo>
                  <a:lnTo>
                    <a:pt x="7354692" y="2016128"/>
                  </a:lnTo>
                  <a:lnTo>
                    <a:pt x="7371310" y="1974455"/>
                  </a:lnTo>
                  <a:lnTo>
                    <a:pt x="7384521" y="1931179"/>
                  </a:lnTo>
                  <a:lnTo>
                    <a:pt x="7394160" y="1886462"/>
                  </a:lnTo>
                  <a:lnTo>
                    <a:pt x="7400063" y="1840470"/>
                  </a:lnTo>
                  <a:lnTo>
                    <a:pt x="7402068" y="1793367"/>
                  </a:lnTo>
                  <a:lnTo>
                    <a:pt x="7402068" y="545973"/>
                  </a:lnTo>
                  <a:lnTo>
                    <a:pt x="7400063" y="498869"/>
                  </a:lnTo>
                  <a:lnTo>
                    <a:pt x="7394160" y="452877"/>
                  </a:lnTo>
                  <a:lnTo>
                    <a:pt x="7384521" y="408160"/>
                  </a:lnTo>
                  <a:lnTo>
                    <a:pt x="7371310" y="364884"/>
                  </a:lnTo>
                  <a:lnTo>
                    <a:pt x="7354692" y="323211"/>
                  </a:lnTo>
                  <a:lnTo>
                    <a:pt x="7334831" y="283305"/>
                  </a:lnTo>
                  <a:lnTo>
                    <a:pt x="7311891" y="245332"/>
                  </a:lnTo>
                  <a:lnTo>
                    <a:pt x="7286035" y="209454"/>
                  </a:lnTo>
                  <a:lnTo>
                    <a:pt x="7257427" y="175835"/>
                  </a:lnTo>
                  <a:lnTo>
                    <a:pt x="7226232" y="144640"/>
                  </a:lnTo>
                  <a:lnTo>
                    <a:pt x="7192613" y="116032"/>
                  </a:lnTo>
                  <a:lnTo>
                    <a:pt x="7156735" y="90176"/>
                  </a:lnTo>
                  <a:lnTo>
                    <a:pt x="7118762" y="67236"/>
                  </a:lnTo>
                  <a:lnTo>
                    <a:pt x="7078856" y="47375"/>
                  </a:lnTo>
                  <a:lnTo>
                    <a:pt x="7037183" y="30757"/>
                  </a:lnTo>
                  <a:lnTo>
                    <a:pt x="6993907" y="17546"/>
                  </a:lnTo>
                  <a:lnTo>
                    <a:pt x="6949190" y="7907"/>
                  </a:lnTo>
                  <a:lnTo>
                    <a:pt x="6903198" y="2004"/>
                  </a:lnTo>
                  <a:lnTo>
                    <a:pt x="68560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613148" y="1307591"/>
              <a:ext cx="7402195" cy="2339340"/>
            </a:xfrm>
            <a:custGeom>
              <a:avLst/>
              <a:gdLst/>
              <a:ahLst/>
              <a:cxnLst/>
              <a:rect l="l" t="t" r="r" b="b"/>
              <a:pathLst>
                <a:path w="7402195" h="2339340">
                  <a:moveTo>
                    <a:pt x="0" y="545973"/>
                  </a:moveTo>
                  <a:lnTo>
                    <a:pt x="2004" y="498869"/>
                  </a:lnTo>
                  <a:lnTo>
                    <a:pt x="7907" y="452877"/>
                  </a:lnTo>
                  <a:lnTo>
                    <a:pt x="17546" y="408160"/>
                  </a:lnTo>
                  <a:lnTo>
                    <a:pt x="30757" y="364884"/>
                  </a:lnTo>
                  <a:lnTo>
                    <a:pt x="47375" y="323211"/>
                  </a:lnTo>
                  <a:lnTo>
                    <a:pt x="67236" y="283305"/>
                  </a:lnTo>
                  <a:lnTo>
                    <a:pt x="90176" y="245332"/>
                  </a:lnTo>
                  <a:lnTo>
                    <a:pt x="116032" y="209454"/>
                  </a:lnTo>
                  <a:lnTo>
                    <a:pt x="144640" y="175835"/>
                  </a:lnTo>
                  <a:lnTo>
                    <a:pt x="175835" y="144640"/>
                  </a:lnTo>
                  <a:lnTo>
                    <a:pt x="209454" y="116032"/>
                  </a:lnTo>
                  <a:lnTo>
                    <a:pt x="245332" y="90176"/>
                  </a:lnTo>
                  <a:lnTo>
                    <a:pt x="283305" y="67236"/>
                  </a:lnTo>
                  <a:lnTo>
                    <a:pt x="323211" y="47375"/>
                  </a:lnTo>
                  <a:lnTo>
                    <a:pt x="364884" y="30757"/>
                  </a:lnTo>
                  <a:lnTo>
                    <a:pt x="408160" y="17546"/>
                  </a:lnTo>
                  <a:lnTo>
                    <a:pt x="452877" y="7907"/>
                  </a:lnTo>
                  <a:lnTo>
                    <a:pt x="498869" y="2004"/>
                  </a:lnTo>
                  <a:lnTo>
                    <a:pt x="545973" y="0"/>
                  </a:lnTo>
                  <a:lnTo>
                    <a:pt x="6856095" y="0"/>
                  </a:lnTo>
                  <a:lnTo>
                    <a:pt x="6903198" y="2004"/>
                  </a:lnTo>
                  <a:lnTo>
                    <a:pt x="6949190" y="7907"/>
                  </a:lnTo>
                  <a:lnTo>
                    <a:pt x="6993907" y="17546"/>
                  </a:lnTo>
                  <a:lnTo>
                    <a:pt x="7037183" y="30757"/>
                  </a:lnTo>
                  <a:lnTo>
                    <a:pt x="7078856" y="47375"/>
                  </a:lnTo>
                  <a:lnTo>
                    <a:pt x="7118762" y="67236"/>
                  </a:lnTo>
                  <a:lnTo>
                    <a:pt x="7156735" y="90176"/>
                  </a:lnTo>
                  <a:lnTo>
                    <a:pt x="7192613" y="116032"/>
                  </a:lnTo>
                  <a:lnTo>
                    <a:pt x="7226232" y="144640"/>
                  </a:lnTo>
                  <a:lnTo>
                    <a:pt x="7257427" y="175835"/>
                  </a:lnTo>
                  <a:lnTo>
                    <a:pt x="7286035" y="209454"/>
                  </a:lnTo>
                  <a:lnTo>
                    <a:pt x="7311891" y="245332"/>
                  </a:lnTo>
                  <a:lnTo>
                    <a:pt x="7334831" y="283305"/>
                  </a:lnTo>
                  <a:lnTo>
                    <a:pt x="7354692" y="323211"/>
                  </a:lnTo>
                  <a:lnTo>
                    <a:pt x="7371310" y="364884"/>
                  </a:lnTo>
                  <a:lnTo>
                    <a:pt x="7384521" y="408160"/>
                  </a:lnTo>
                  <a:lnTo>
                    <a:pt x="7394160" y="452877"/>
                  </a:lnTo>
                  <a:lnTo>
                    <a:pt x="7400063" y="498869"/>
                  </a:lnTo>
                  <a:lnTo>
                    <a:pt x="7402068" y="545973"/>
                  </a:lnTo>
                  <a:lnTo>
                    <a:pt x="7402068" y="1793367"/>
                  </a:lnTo>
                  <a:lnTo>
                    <a:pt x="7400063" y="1840470"/>
                  </a:lnTo>
                  <a:lnTo>
                    <a:pt x="7394160" y="1886462"/>
                  </a:lnTo>
                  <a:lnTo>
                    <a:pt x="7384521" y="1931179"/>
                  </a:lnTo>
                  <a:lnTo>
                    <a:pt x="7371310" y="1974455"/>
                  </a:lnTo>
                  <a:lnTo>
                    <a:pt x="7354692" y="2016128"/>
                  </a:lnTo>
                  <a:lnTo>
                    <a:pt x="7334831" y="2056034"/>
                  </a:lnTo>
                  <a:lnTo>
                    <a:pt x="7311891" y="2094007"/>
                  </a:lnTo>
                  <a:lnTo>
                    <a:pt x="7286035" y="2129885"/>
                  </a:lnTo>
                  <a:lnTo>
                    <a:pt x="7257427" y="2163504"/>
                  </a:lnTo>
                  <a:lnTo>
                    <a:pt x="7226232" y="2194699"/>
                  </a:lnTo>
                  <a:lnTo>
                    <a:pt x="7192613" y="2223307"/>
                  </a:lnTo>
                  <a:lnTo>
                    <a:pt x="7156735" y="2249163"/>
                  </a:lnTo>
                  <a:lnTo>
                    <a:pt x="7118762" y="2272103"/>
                  </a:lnTo>
                  <a:lnTo>
                    <a:pt x="7078856" y="2291964"/>
                  </a:lnTo>
                  <a:lnTo>
                    <a:pt x="7037183" y="2308582"/>
                  </a:lnTo>
                  <a:lnTo>
                    <a:pt x="6993907" y="2321793"/>
                  </a:lnTo>
                  <a:lnTo>
                    <a:pt x="6949190" y="2331432"/>
                  </a:lnTo>
                  <a:lnTo>
                    <a:pt x="6903198" y="2337335"/>
                  </a:lnTo>
                  <a:lnTo>
                    <a:pt x="6856095" y="2339340"/>
                  </a:lnTo>
                  <a:lnTo>
                    <a:pt x="545973" y="2339340"/>
                  </a:lnTo>
                  <a:lnTo>
                    <a:pt x="498869" y="2337335"/>
                  </a:lnTo>
                  <a:lnTo>
                    <a:pt x="452877" y="2331432"/>
                  </a:lnTo>
                  <a:lnTo>
                    <a:pt x="408160" y="2321793"/>
                  </a:lnTo>
                  <a:lnTo>
                    <a:pt x="364884" y="2308582"/>
                  </a:lnTo>
                  <a:lnTo>
                    <a:pt x="323211" y="2291964"/>
                  </a:lnTo>
                  <a:lnTo>
                    <a:pt x="283305" y="2272103"/>
                  </a:lnTo>
                  <a:lnTo>
                    <a:pt x="245332" y="2249163"/>
                  </a:lnTo>
                  <a:lnTo>
                    <a:pt x="209454" y="2223307"/>
                  </a:lnTo>
                  <a:lnTo>
                    <a:pt x="175835" y="2194699"/>
                  </a:lnTo>
                  <a:lnTo>
                    <a:pt x="144640" y="2163504"/>
                  </a:lnTo>
                  <a:lnTo>
                    <a:pt x="116032" y="2129885"/>
                  </a:lnTo>
                  <a:lnTo>
                    <a:pt x="90176" y="2094007"/>
                  </a:lnTo>
                  <a:lnTo>
                    <a:pt x="67236" y="2056034"/>
                  </a:lnTo>
                  <a:lnTo>
                    <a:pt x="47375" y="2016128"/>
                  </a:lnTo>
                  <a:lnTo>
                    <a:pt x="30757" y="1974455"/>
                  </a:lnTo>
                  <a:lnTo>
                    <a:pt x="17546" y="1931179"/>
                  </a:lnTo>
                  <a:lnTo>
                    <a:pt x="7907" y="1886462"/>
                  </a:lnTo>
                  <a:lnTo>
                    <a:pt x="2004" y="1840470"/>
                  </a:lnTo>
                  <a:lnTo>
                    <a:pt x="0" y="1793367"/>
                  </a:lnTo>
                  <a:lnTo>
                    <a:pt x="0" y="54597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348995" y="888491"/>
            <a:ext cx="2075814" cy="4052570"/>
            <a:chOff x="348995" y="888491"/>
            <a:chExt cx="2075814" cy="4052570"/>
          </a:xfrm>
        </p:grpSpPr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38756" y="2171738"/>
              <a:ext cx="140017" cy="37296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294381" y="2196845"/>
              <a:ext cx="38735" cy="281940"/>
            </a:xfrm>
            <a:custGeom>
              <a:avLst/>
              <a:gdLst/>
              <a:ahLst/>
              <a:cxnLst/>
              <a:rect l="l" t="t" r="r" b="b"/>
              <a:pathLst>
                <a:path w="38735" h="281939">
                  <a:moveTo>
                    <a:pt x="0" y="0"/>
                  </a:moveTo>
                  <a:lnTo>
                    <a:pt x="38226" y="281939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49779" y="888491"/>
              <a:ext cx="374904" cy="37642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8995" y="2819399"/>
              <a:ext cx="289560" cy="2895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64691" y="4593336"/>
              <a:ext cx="347472" cy="347471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4852542" y="1483613"/>
            <a:ext cx="692467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POTENTIAL</a:t>
            </a:r>
            <a:r>
              <a:rPr dirty="0" u="sng" sz="2000" spc="-85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CHALLENGES</a:t>
            </a:r>
            <a:r>
              <a:rPr dirty="0" u="sng" sz="2000" spc="-55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2000" spc="-55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RISKS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54965" algn="l"/>
                <a:tab pos="995044" algn="l"/>
                <a:tab pos="1911350" algn="l"/>
                <a:tab pos="2239010" algn="l"/>
                <a:tab pos="3213100" algn="l"/>
                <a:tab pos="4525010" algn="l"/>
                <a:tab pos="4895850" algn="l"/>
                <a:tab pos="6119495" algn="l"/>
              </a:tabLst>
            </a:pPr>
            <a:r>
              <a:rPr dirty="0" sz="2000" spc="-25" b="1">
                <a:solidFill>
                  <a:srgbClr val="0D0D0D"/>
                </a:solidFill>
                <a:latin typeface="Calibri"/>
                <a:cs typeface="Calibri"/>
              </a:rPr>
              <a:t>1.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0" b="1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0D0D0D"/>
                </a:solidFill>
                <a:latin typeface="Calibri"/>
                <a:cs typeface="Calibri"/>
              </a:rPr>
              <a:t>Quality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50" b="1">
                <a:solidFill>
                  <a:srgbClr val="0D0D0D"/>
                </a:solidFill>
                <a:latin typeface="Calibri"/>
                <a:cs typeface="Calibri"/>
              </a:rPr>
              <a:t>&amp;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0D0D0D"/>
                </a:solidFill>
                <a:latin typeface="Calibri"/>
                <a:cs typeface="Calibri"/>
              </a:rPr>
              <a:t>Privacy: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Incomplete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inaccurate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student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95442" y="2093213"/>
            <a:ext cx="658304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984885" algn="l"/>
                <a:tab pos="1619885" algn="l"/>
                <a:tab pos="2260600" algn="l"/>
                <a:tab pos="2676525" algn="l"/>
                <a:tab pos="3528695" algn="l"/>
                <a:tab pos="5677535" algn="l"/>
              </a:tabLst>
            </a:pP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profiles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may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0">
                <a:solidFill>
                  <a:srgbClr val="0D0D0D"/>
                </a:solidFill>
                <a:latin typeface="Calibri"/>
                <a:cs typeface="Calibri"/>
              </a:rPr>
              <a:t>lead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wrong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recommendations;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handling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personal</a:t>
            </a:r>
            <a:r>
              <a:rPr dirty="0" sz="2000" spc="-7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dirty="0" sz="2000" spc="-6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requires</a:t>
            </a:r>
            <a:r>
              <a:rPr dirty="0" sz="2000" spc="-5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strict</a:t>
            </a:r>
            <a:r>
              <a:rPr dirty="0" sz="2000" spc="-4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privacy</a:t>
            </a:r>
            <a:r>
              <a:rPr dirty="0" sz="2000" spc="-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measures.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52542" y="2702509"/>
            <a:ext cx="692530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1562100" algn="l"/>
                <a:tab pos="2147570" algn="l"/>
                <a:tab pos="2479675" algn="l"/>
                <a:tab pos="3557270" algn="l"/>
                <a:tab pos="3921760" algn="l"/>
                <a:tab pos="4671695" algn="l"/>
                <a:tab pos="6388100" algn="l"/>
              </a:tabLst>
            </a:pPr>
            <a:r>
              <a:rPr dirty="0" sz="2000" spc="-25" b="1">
                <a:solidFill>
                  <a:srgbClr val="0D0D0D"/>
                </a:solidFill>
                <a:latin typeface="Calibri"/>
                <a:cs typeface="Calibri"/>
              </a:rPr>
              <a:t>2.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0D0D0D"/>
                </a:solidFill>
                <a:latin typeface="Calibri"/>
                <a:cs typeface="Calibri"/>
              </a:rPr>
              <a:t>Algorithm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0" b="1">
                <a:solidFill>
                  <a:srgbClr val="0D0D0D"/>
                </a:solidFill>
                <a:latin typeface="Calibri"/>
                <a:cs typeface="Calibri"/>
              </a:rPr>
              <a:t>Bias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50" b="1">
                <a:solidFill>
                  <a:srgbClr val="0D0D0D"/>
                </a:solidFill>
                <a:latin typeface="Calibri"/>
                <a:cs typeface="Calibri"/>
              </a:rPr>
              <a:t>&amp;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0D0D0D"/>
                </a:solidFill>
                <a:latin typeface="Calibri"/>
                <a:cs typeface="Calibri"/>
              </a:rPr>
              <a:t>Fairness: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AI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might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unintentionally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favor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95442" y="3007868"/>
            <a:ext cx="658304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879475" algn="l"/>
                <a:tab pos="1583690" algn="l"/>
                <a:tab pos="2722245" algn="l"/>
                <a:tab pos="3092450" algn="l"/>
                <a:tab pos="4465955" algn="l"/>
                <a:tab pos="5367020" algn="l"/>
                <a:tab pos="5729605" algn="l"/>
              </a:tabLst>
            </a:pP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certain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skills,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locations,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or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institutions,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leading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unequal opportunities</a:t>
            </a:r>
            <a:r>
              <a:rPr dirty="0" sz="2000" spc="-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some</a:t>
            </a:r>
            <a:r>
              <a:rPr dirty="0" sz="2000" spc="-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students.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565903" y="3912082"/>
            <a:ext cx="7487284" cy="2523490"/>
            <a:chOff x="4565903" y="3912082"/>
            <a:chExt cx="7487284" cy="2523490"/>
          </a:xfrm>
        </p:grpSpPr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65903" y="3912082"/>
              <a:ext cx="7487031" cy="245478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17719" y="3997413"/>
              <a:ext cx="7378827" cy="243801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613147" y="3936491"/>
              <a:ext cx="7402195" cy="2369820"/>
            </a:xfrm>
            <a:custGeom>
              <a:avLst/>
              <a:gdLst/>
              <a:ahLst/>
              <a:cxnLst/>
              <a:rect l="l" t="t" r="r" b="b"/>
              <a:pathLst>
                <a:path w="7402195" h="2369820">
                  <a:moveTo>
                    <a:pt x="7019798" y="0"/>
                  </a:moveTo>
                  <a:lnTo>
                    <a:pt x="382269" y="0"/>
                  </a:lnTo>
                  <a:lnTo>
                    <a:pt x="334328" y="2979"/>
                  </a:lnTo>
                  <a:lnTo>
                    <a:pt x="288160" y="11677"/>
                  </a:lnTo>
                  <a:lnTo>
                    <a:pt x="244126" y="25737"/>
                  </a:lnTo>
                  <a:lnTo>
                    <a:pt x="202584" y="44798"/>
                  </a:lnTo>
                  <a:lnTo>
                    <a:pt x="163891" y="68503"/>
                  </a:lnTo>
                  <a:lnTo>
                    <a:pt x="128408" y="96492"/>
                  </a:lnTo>
                  <a:lnTo>
                    <a:pt x="96492" y="128408"/>
                  </a:lnTo>
                  <a:lnTo>
                    <a:pt x="68503" y="163891"/>
                  </a:lnTo>
                  <a:lnTo>
                    <a:pt x="44798" y="202584"/>
                  </a:lnTo>
                  <a:lnTo>
                    <a:pt x="25737" y="244126"/>
                  </a:lnTo>
                  <a:lnTo>
                    <a:pt x="11677" y="288160"/>
                  </a:lnTo>
                  <a:lnTo>
                    <a:pt x="2979" y="334328"/>
                  </a:lnTo>
                  <a:lnTo>
                    <a:pt x="0" y="382269"/>
                  </a:lnTo>
                  <a:lnTo>
                    <a:pt x="0" y="1987537"/>
                  </a:lnTo>
                  <a:lnTo>
                    <a:pt x="2979" y="2035489"/>
                  </a:lnTo>
                  <a:lnTo>
                    <a:pt x="11677" y="2081663"/>
                  </a:lnTo>
                  <a:lnTo>
                    <a:pt x="25737" y="2125703"/>
                  </a:lnTo>
                  <a:lnTo>
                    <a:pt x="44798" y="2167248"/>
                  </a:lnTo>
                  <a:lnTo>
                    <a:pt x="68503" y="2205941"/>
                  </a:lnTo>
                  <a:lnTo>
                    <a:pt x="96492" y="2241424"/>
                  </a:lnTo>
                  <a:lnTo>
                    <a:pt x="128408" y="2273339"/>
                  </a:lnTo>
                  <a:lnTo>
                    <a:pt x="163891" y="2301326"/>
                  </a:lnTo>
                  <a:lnTo>
                    <a:pt x="202584" y="2325028"/>
                  </a:lnTo>
                  <a:lnTo>
                    <a:pt x="244126" y="2344087"/>
                  </a:lnTo>
                  <a:lnTo>
                    <a:pt x="288160" y="2358144"/>
                  </a:lnTo>
                  <a:lnTo>
                    <a:pt x="334328" y="2366841"/>
                  </a:lnTo>
                  <a:lnTo>
                    <a:pt x="382269" y="2369819"/>
                  </a:lnTo>
                  <a:lnTo>
                    <a:pt x="7019798" y="2369819"/>
                  </a:lnTo>
                  <a:lnTo>
                    <a:pt x="7067739" y="2366841"/>
                  </a:lnTo>
                  <a:lnTo>
                    <a:pt x="7113907" y="2358144"/>
                  </a:lnTo>
                  <a:lnTo>
                    <a:pt x="7157941" y="2344087"/>
                  </a:lnTo>
                  <a:lnTo>
                    <a:pt x="7199483" y="2325028"/>
                  </a:lnTo>
                  <a:lnTo>
                    <a:pt x="7238176" y="2301326"/>
                  </a:lnTo>
                  <a:lnTo>
                    <a:pt x="7273659" y="2273339"/>
                  </a:lnTo>
                  <a:lnTo>
                    <a:pt x="7305575" y="2241424"/>
                  </a:lnTo>
                  <a:lnTo>
                    <a:pt x="7333564" y="2205941"/>
                  </a:lnTo>
                  <a:lnTo>
                    <a:pt x="7357269" y="2167248"/>
                  </a:lnTo>
                  <a:lnTo>
                    <a:pt x="7376330" y="2125703"/>
                  </a:lnTo>
                  <a:lnTo>
                    <a:pt x="7390390" y="2081663"/>
                  </a:lnTo>
                  <a:lnTo>
                    <a:pt x="7399088" y="2035489"/>
                  </a:lnTo>
                  <a:lnTo>
                    <a:pt x="7402068" y="1987537"/>
                  </a:lnTo>
                  <a:lnTo>
                    <a:pt x="7402068" y="382269"/>
                  </a:lnTo>
                  <a:lnTo>
                    <a:pt x="7399088" y="334328"/>
                  </a:lnTo>
                  <a:lnTo>
                    <a:pt x="7390390" y="288160"/>
                  </a:lnTo>
                  <a:lnTo>
                    <a:pt x="7376330" y="244126"/>
                  </a:lnTo>
                  <a:lnTo>
                    <a:pt x="7357269" y="202584"/>
                  </a:lnTo>
                  <a:lnTo>
                    <a:pt x="7333564" y="163891"/>
                  </a:lnTo>
                  <a:lnTo>
                    <a:pt x="7305575" y="128408"/>
                  </a:lnTo>
                  <a:lnTo>
                    <a:pt x="7273659" y="96492"/>
                  </a:lnTo>
                  <a:lnTo>
                    <a:pt x="7238176" y="68503"/>
                  </a:lnTo>
                  <a:lnTo>
                    <a:pt x="7199483" y="44798"/>
                  </a:lnTo>
                  <a:lnTo>
                    <a:pt x="7157941" y="25737"/>
                  </a:lnTo>
                  <a:lnTo>
                    <a:pt x="7113907" y="11677"/>
                  </a:lnTo>
                  <a:lnTo>
                    <a:pt x="7067739" y="2979"/>
                  </a:lnTo>
                  <a:lnTo>
                    <a:pt x="701979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613147" y="3936491"/>
              <a:ext cx="7402195" cy="2369820"/>
            </a:xfrm>
            <a:custGeom>
              <a:avLst/>
              <a:gdLst/>
              <a:ahLst/>
              <a:cxnLst/>
              <a:rect l="l" t="t" r="r" b="b"/>
              <a:pathLst>
                <a:path w="7402195" h="2369820">
                  <a:moveTo>
                    <a:pt x="0" y="382269"/>
                  </a:moveTo>
                  <a:lnTo>
                    <a:pt x="2979" y="334328"/>
                  </a:lnTo>
                  <a:lnTo>
                    <a:pt x="11677" y="288160"/>
                  </a:lnTo>
                  <a:lnTo>
                    <a:pt x="25737" y="244126"/>
                  </a:lnTo>
                  <a:lnTo>
                    <a:pt x="44798" y="202584"/>
                  </a:lnTo>
                  <a:lnTo>
                    <a:pt x="68503" y="163891"/>
                  </a:lnTo>
                  <a:lnTo>
                    <a:pt x="96492" y="128408"/>
                  </a:lnTo>
                  <a:lnTo>
                    <a:pt x="128408" y="96492"/>
                  </a:lnTo>
                  <a:lnTo>
                    <a:pt x="163891" y="68503"/>
                  </a:lnTo>
                  <a:lnTo>
                    <a:pt x="202584" y="44798"/>
                  </a:lnTo>
                  <a:lnTo>
                    <a:pt x="244126" y="25737"/>
                  </a:lnTo>
                  <a:lnTo>
                    <a:pt x="288160" y="11677"/>
                  </a:lnTo>
                  <a:lnTo>
                    <a:pt x="334328" y="2979"/>
                  </a:lnTo>
                  <a:lnTo>
                    <a:pt x="382269" y="0"/>
                  </a:lnTo>
                  <a:lnTo>
                    <a:pt x="7019798" y="0"/>
                  </a:lnTo>
                  <a:lnTo>
                    <a:pt x="7067739" y="2979"/>
                  </a:lnTo>
                  <a:lnTo>
                    <a:pt x="7113907" y="11677"/>
                  </a:lnTo>
                  <a:lnTo>
                    <a:pt x="7157941" y="25737"/>
                  </a:lnTo>
                  <a:lnTo>
                    <a:pt x="7199483" y="44798"/>
                  </a:lnTo>
                  <a:lnTo>
                    <a:pt x="7238176" y="68503"/>
                  </a:lnTo>
                  <a:lnTo>
                    <a:pt x="7273659" y="96492"/>
                  </a:lnTo>
                  <a:lnTo>
                    <a:pt x="7305575" y="128408"/>
                  </a:lnTo>
                  <a:lnTo>
                    <a:pt x="7333564" y="163891"/>
                  </a:lnTo>
                  <a:lnTo>
                    <a:pt x="7357269" y="202584"/>
                  </a:lnTo>
                  <a:lnTo>
                    <a:pt x="7376330" y="244126"/>
                  </a:lnTo>
                  <a:lnTo>
                    <a:pt x="7390390" y="288160"/>
                  </a:lnTo>
                  <a:lnTo>
                    <a:pt x="7399088" y="334328"/>
                  </a:lnTo>
                  <a:lnTo>
                    <a:pt x="7402068" y="382269"/>
                  </a:lnTo>
                  <a:lnTo>
                    <a:pt x="7402068" y="1987537"/>
                  </a:lnTo>
                  <a:lnTo>
                    <a:pt x="7399088" y="2035489"/>
                  </a:lnTo>
                  <a:lnTo>
                    <a:pt x="7390390" y="2081663"/>
                  </a:lnTo>
                  <a:lnTo>
                    <a:pt x="7376330" y="2125703"/>
                  </a:lnTo>
                  <a:lnTo>
                    <a:pt x="7357269" y="2167248"/>
                  </a:lnTo>
                  <a:lnTo>
                    <a:pt x="7333564" y="2205941"/>
                  </a:lnTo>
                  <a:lnTo>
                    <a:pt x="7305575" y="2241424"/>
                  </a:lnTo>
                  <a:lnTo>
                    <a:pt x="7273659" y="2273339"/>
                  </a:lnTo>
                  <a:lnTo>
                    <a:pt x="7238176" y="2301326"/>
                  </a:lnTo>
                  <a:lnTo>
                    <a:pt x="7199483" y="2325028"/>
                  </a:lnTo>
                  <a:lnTo>
                    <a:pt x="7157941" y="2344087"/>
                  </a:lnTo>
                  <a:lnTo>
                    <a:pt x="7113907" y="2358144"/>
                  </a:lnTo>
                  <a:lnTo>
                    <a:pt x="7067739" y="2366841"/>
                  </a:lnTo>
                  <a:lnTo>
                    <a:pt x="7019798" y="2369819"/>
                  </a:lnTo>
                  <a:lnTo>
                    <a:pt x="382269" y="2369819"/>
                  </a:lnTo>
                  <a:lnTo>
                    <a:pt x="334328" y="2366841"/>
                  </a:lnTo>
                  <a:lnTo>
                    <a:pt x="288160" y="2358144"/>
                  </a:lnTo>
                  <a:lnTo>
                    <a:pt x="244126" y="2344087"/>
                  </a:lnTo>
                  <a:lnTo>
                    <a:pt x="202584" y="2325028"/>
                  </a:lnTo>
                  <a:lnTo>
                    <a:pt x="163891" y="2301326"/>
                  </a:lnTo>
                  <a:lnTo>
                    <a:pt x="128408" y="2273339"/>
                  </a:lnTo>
                  <a:lnTo>
                    <a:pt x="96492" y="2241424"/>
                  </a:lnTo>
                  <a:lnTo>
                    <a:pt x="68503" y="2205941"/>
                  </a:lnTo>
                  <a:lnTo>
                    <a:pt x="44798" y="2167248"/>
                  </a:lnTo>
                  <a:lnTo>
                    <a:pt x="25737" y="2125703"/>
                  </a:lnTo>
                  <a:lnTo>
                    <a:pt x="11677" y="2081663"/>
                  </a:lnTo>
                  <a:lnTo>
                    <a:pt x="2979" y="2035489"/>
                  </a:lnTo>
                  <a:lnTo>
                    <a:pt x="0" y="1987537"/>
                  </a:lnTo>
                  <a:lnTo>
                    <a:pt x="0" y="38226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4804409" y="4065270"/>
            <a:ext cx="7021195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2000" spc="-3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STRATEGY</a:t>
            </a:r>
            <a:r>
              <a:rPr dirty="0" u="sng" sz="2000" spc="-45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FOR</a:t>
            </a:r>
            <a:r>
              <a:rPr dirty="0" u="sng" sz="2000" spc="-3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OVERCOMING</a:t>
            </a:r>
            <a:r>
              <a:rPr dirty="0" u="sng" sz="2000" spc="-4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THESE</a:t>
            </a:r>
            <a:r>
              <a:rPr dirty="0" u="sng" sz="2000" spc="-10" b="1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Calibri"/>
                <a:cs typeface="Calibri"/>
              </a:rPr>
              <a:t> CHALLENGES</a:t>
            </a:r>
            <a:endParaRPr sz="2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000"/>
              </a:lnSpc>
            </a:pP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1.</a:t>
            </a:r>
            <a:r>
              <a:rPr dirty="0" sz="2000" spc="65" b="1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dirty="0" sz="2000" spc="-40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dirty="0" sz="2000" spc="-45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Quality</a:t>
            </a:r>
            <a:r>
              <a:rPr dirty="0" sz="2000" spc="-40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&amp;</a:t>
            </a:r>
            <a:r>
              <a:rPr dirty="0" sz="2000" spc="-45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Privacy:</a:t>
            </a:r>
            <a:r>
              <a:rPr dirty="0" sz="2000" spc="-35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Implement</a:t>
            </a:r>
            <a:r>
              <a:rPr dirty="0" sz="2000" spc="-4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profile</a:t>
            </a:r>
            <a:r>
              <a:rPr dirty="0" sz="2000" spc="-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verification,</a:t>
            </a:r>
            <a:r>
              <a:rPr dirty="0" sz="2000" spc="-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allow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students</a:t>
            </a:r>
            <a:r>
              <a:rPr dirty="0" sz="2000" spc="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dirty="0" sz="2000" spc="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update</a:t>
            </a:r>
            <a:r>
              <a:rPr dirty="0" sz="2000" spc="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skills,</a:t>
            </a:r>
            <a:r>
              <a:rPr dirty="0" sz="2000" spc="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2000" spc="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follow</a:t>
            </a:r>
            <a:r>
              <a:rPr dirty="0" sz="2000" spc="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strong</a:t>
            </a:r>
            <a:r>
              <a:rPr dirty="0" sz="2000" spc="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data</a:t>
            </a:r>
            <a:r>
              <a:rPr dirty="0" sz="2000" spc="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encryption</a:t>
            </a:r>
            <a:r>
              <a:rPr dirty="0" sz="2000" spc="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and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privacy</a:t>
            </a:r>
            <a:r>
              <a:rPr dirty="0" sz="2000" spc="-5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policies.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804409" y="5284723"/>
            <a:ext cx="70199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855344" algn="l"/>
                <a:tab pos="2066925" algn="l"/>
                <a:tab pos="2658110" algn="l"/>
                <a:tab pos="2996565" algn="l"/>
                <a:tab pos="4081779" algn="l"/>
                <a:tab pos="4630420" algn="l"/>
                <a:tab pos="5531485" algn="l"/>
                <a:tab pos="6485890" algn="l"/>
              </a:tabLst>
            </a:pPr>
            <a:r>
              <a:rPr dirty="0" sz="2000" spc="-25" b="1">
                <a:solidFill>
                  <a:srgbClr val="0D0D0D"/>
                </a:solidFill>
                <a:latin typeface="Calibri"/>
                <a:cs typeface="Calibri"/>
              </a:rPr>
              <a:t>2.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 b="1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0D0D0D"/>
                </a:solidFill>
                <a:latin typeface="Calibri"/>
                <a:cs typeface="Calibri"/>
              </a:rPr>
              <a:t>Algorithm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0" b="1">
                <a:solidFill>
                  <a:srgbClr val="0D0D0D"/>
                </a:solidFill>
                <a:latin typeface="Calibri"/>
                <a:cs typeface="Calibri"/>
              </a:rPr>
              <a:t>Bias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50" b="1">
                <a:solidFill>
                  <a:srgbClr val="0D0D0D"/>
                </a:solidFill>
                <a:latin typeface="Calibri"/>
                <a:cs typeface="Calibri"/>
              </a:rPr>
              <a:t>&amp;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 b="1">
                <a:solidFill>
                  <a:srgbClr val="0D0D0D"/>
                </a:solidFill>
                <a:latin typeface="Calibri"/>
                <a:cs typeface="Calibri"/>
              </a:rPr>
              <a:t>Fairness:</a:t>
            </a:r>
            <a:r>
              <a:rPr dirty="0" sz="2000" b="1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25">
                <a:solidFill>
                  <a:srgbClr val="0D0D0D"/>
                </a:solidFill>
                <a:latin typeface="Calibri"/>
                <a:cs typeface="Calibri"/>
              </a:rPr>
              <a:t>Use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diverse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training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data,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147309" y="5589523"/>
            <a:ext cx="668020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regularly</a:t>
            </a:r>
            <a:r>
              <a:rPr dirty="0" sz="2000" spc="39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audit</a:t>
            </a:r>
            <a:r>
              <a:rPr dirty="0" sz="2000" spc="39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dirty="0" sz="2000" spc="37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AI</a:t>
            </a:r>
            <a:r>
              <a:rPr dirty="0" sz="2000" spc="37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recommendations,</a:t>
            </a:r>
            <a:r>
              <a:rPr dirty="0" sz="2000" spc="38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2000" spc="38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include</a:t>
            </a:r>
            <a:r>
              <a:rPr dirty="0" sz="2000" spc="38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manual oversight</a:t>
            </a:r>
            <a:r>
              <a:rPr dirty="0" sz="2000" spc="-5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dirty="0" sz="2000" spc="-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ensure</a:t>
            </a:r>
            <a:r>
              <a:rPr dirty="0" sz="2000" spc="-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D0D0D"/>
                </a:solidFill>
                <a:latin typeface="Calibri"/>
                <a:cs typeface="Calibri"/>
              </a:rPr>
              <a:t>fair</a:t>
            </a:r>
            <a:r>
              <a:rPr dirty="0" sz="2000" spc="-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D0D0D"/>
                </a:solidFill>
                <a:latin typeface="Calibri"/>
                <a:cs typeface="Calibri"/>
              </a:rPr>
              <a:t>allocation.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12014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IMPACT</a:t>
            </a:r>
            <a:r>
              <a:rPr dirty="0" spc="-254"/>
              <a:t>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 spc="-10"/>
              <a:t>BENEFITS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011" y="105155"/>
            <a:ext cx="1553210" cy="833755"/>
            <a:chOff x="96011" y="105155"/>
            <a:chExt cx="1553210" cy="833755"/>
          </a:xfrm>
        </p:grpSpPr>
        <p:sp>
          <p:nvSpPr>
            <p:cNvPr id="4" name="object 4"/>
            <p:cNvSpPr/>
            <p:nvPr/>
          </p:nvSpPr>
          <p:spPr>
            <a:xfrm>
              <a:off x="108965" y="118109"/>
              <a:ext cx="1527175" cy="807720"/>
            </a:xfrm>
            <a:custGeom>
              <a:avLst/>
              <a:gdLst/>
              <a:ahLst/>
              <a:cxnLst/>
              <a:rect l="l" t="t" r="r" b="b"/>
              <a:pathLst>
                <a:path w="1527175" h="807719">
                  <a:moveTo>
                    <a:pt x="763524" y="0"/>
                  </a:moveTo>
                  <a:lnTo>
                    <a:pt x="700903" y="1339"/>
                  </a:lnTo>
                  <a:lnTo>
                    <a:pt x="639677" y="5286"/>
                  </a:lnTo>
                  <a:lnTo>
                    <a:pt x="580041" y="11739"/>
                  </a:lnTo>
                  <a:lnTo>
                    <a:pt x="522193" y="20592"/>
                  </a:lnTo>
                  <a:lnTo>
                    <a:pt x="466327" y="31742"/>
                  </a:lnTo>
                  <a:lnTo>
                    <a:pt x="412642" y="45084"/>
                  </a:lnTo>
                  <a:lnTo>
                    <a:pt x="361334" y="60515"/>
                  </a:lnTo>
                  <a:lnTo>
                    <a:pt x="312598" y="77931"/>
                  </a:lnTo>
                  <a:lnTo>
                    <a:pt x="266632" y="97227"/>
                  </a:lnTo>
                  <a:lnTo>
                    <a:pt x="223632" y="118300"/>
                  </a:lnTo>
                  <a:lnTo>
                    <a:pt x="183795" y="141046"/>
                  </a:lnTo>
                  <a:lnTo>
                    <a:pt x="147317" y="165360"/>
                  </a:lnTo>
                  <a:lnTo>
                    <a:pt x="114394" y="191138"/>
                  </a:lnTo>
                  <a:lnTo>
                    <a:pt x="85224" y="218277"/>
                  </a:lnTo>
                  <a:lnTo>
                    <a:pt x="38925" y="276221"/>
                  </a:lnTo>
                  <a:lnTo>
                    <a:pt x="9993" y="338360"/>
                  </a:lnTo>
                  <a:lnTo>
                    <a:pt x="0" y="403860"/>
                  </a:lnTo>
                  <a:lnTo>
                    <a:pt x="2531" y="436978"/>
                  </a:lnTo>
                  <a:lnTo>
                    <a:pt x="22190" y="500901"/>
                  </a:lnTo>
                  <a:lnTo>
                    <a:pt x="60002" y="561046"/>
                  </a:lnTo>
                  <a:lnTo>
                    <a:pt x="114394" y="616581"/>
                  </a:lnTo>
                  <a:lnTo>
                    <a:pt x="147317" y="642359"/>
                  </a:lnTo>
                  <a:lnTo>
                    <a:pt x="183795" y="666673"/>
                  </a:lnTo>
                  <a:lnTo>
                    <a:pt x="223632" y="689419"/>
                  </a:lnTo>
                  <a:lnTo>
                    <a:pt x="266632" y="710492"/>
                  </a:lnTo>
                  <a:lnTo>
                    <a:pt x="312598" y="729788"/>
                  </a:lnTo>
                  <a:lnTo>
                    <a:pt x="361334" y="747204"/>
                  </a:lnTo>
                  <a:lnTo>
                    <a:pt x="412642" y="762635"/>
                  </a:lnTo>
                  <a:lnTo>
                    <a:pt x="466327" y="775977"/>
                  </a:lnTo>
                  <a:lnTo>
                    <a:pt x="522193" y="787127"/>
                  </a:lnTo>
                  <a:lnTo>
                    <a:pt x="580041" y="795980"/>
                  </a:lnTo>
                  <a:lnTo>
                    <a:pt x="639677" y="802433"/>
                  </a:lnTo>
                  <a:lnTo>
                    <a:pt x="700903" y="806380"/>
                  </a:lnTo>
                  <a:lnTo>
                    <a:pt x="763524" y="807720"/>
                  </a:lnTo>
                  <a:lnTo>
                    <a:pt x="826139" y="806380"/>
                  </a:lnTo>
                  <a:lnTo>
                    <a:pt x="887361" y="802433"/>
                  </a:lnTo>
                  <a:lnTo>
                    <a:pt x="946993" y="795980"/>
                  </a:lnTo>
                  <a:lnTo>
                    <a:pt x="1004840" y="787127"/>
                  </a:lnTo>
                  <a:lnTo>
                    <a:pt x="1060704" y="775977"/>
                  </a:lnTo>
                  <a:lnTo>
                    <a:pt x="1114388" y="762635"/>
                  </a:lnTo>
                  <a:lnTo>
                    <a:pt x="1165696" y="747204"/>
                  </a:lnTo>
                  <a:lnTo>
                    <a:pt x="1214432" y="729788"/>
                  </a:lnTo>
                  <a:lnTo>
                    <a:pt x="1260399" y="710492"/>
                  </a:lnTo>
                  <a:lnTo>
                    <a:pt x="1303401" y="689419"/>
                  </a:lnTo>
                  <a:lnTo>
                    <a:pt x="1343239" y="666673"/>
                  </a:lnTo>
                  <a:lnTo>
                    <a:pt x="1379719" y="642359"/>
                  </a:lnTo>
                  <a:lnTo>
                    <a:pt x="1412644" y="616581"/>
                  </a:lnTo>
                  <a:lnTo>
                    <a:pt x="1441816" y="589442"/>
                  </a:lnTo>
                  <a:lnTo>
                    <a:pt x="1488118" y="531498"/>
                  </a:lnTo>
                  <a:lnTo>
                    <a:pt x="1517053" y="469359"/>
                  </a:lnTo>
                  <a:lnTo>
                    <a:pt x="1527048" y="403860"/>
                  </a:lnTo>
                  <a:lnTo>
                    <a:pt x="1524516" y="370741"/>
                  </a:lnTo>
                  <a:lnTo>
                    <a:pt x="1504855" y="306818"/>
                  </a:lnTo>
                  <a:lnTo>
                    <a:pt x="1467040" y="246673"/>
                  </a:lnTo>
                  <a:lnTo>
                    <a:pt x="1412644" y="191138"/>
                  </a:lnTo>
                  <a:lnTo>
                    <a:pt x="1379719" y="165360"/>
                  </a:lnTo>
                  <a:lnTo>
                    <a:pt x="1343239" y="141046"/>
                  </a:lnTo>
                  <a:lnTo>
                    <a:pt x="1303400" y="118300"/>
                  </a:lnTo>
                  <a:lnTo>
                    <a:pt x="1260399" y="97227"/>
                  </a:lnTo>
                  <a:lnTo>
                    <a:pt x="1214432" y="77931"/>
                  </a:lnTo>
                  <a:lnTo>
                    <a:pt x="1165696" y="60515"/>
                  </a:lnTo>
                  <a:lnTo>
                    <a:pt x="1114388" y="45084"/>
                  </a:lnTo>
                  <a:lnTo>
                    <a:pt x="1060704" y="31742"/>
                  </a:lnTo>
                  <a:lnTo>
                    <a:pt x="1004840" y="20592"/>
                  </a:lnTo>
                  <a:lnTo>
                    <a:pt x="946993" y="11739"/>
                  </a:lnTo>
                  <a:lnTo>
                    <a:pt x="887361" y="5286"/>
                  </a:lnTo>
                  <a:lnTo>
                    <a:pt x="826139" y="1339"/>
                  </a:lnTo>
                  <a:lnTo>
                    <a:pt x="763524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8965" y="118109"/>
              <a:ext cx="1527175" cy="807720"/>
            </a:xfrm>
            <a:custGeom>
              <a:avLst/>
              <a:gdLst/>
              <a:ahLst/>
              <a:cxnLst/>
              <a:rect l="l" t="t" r="r" b="b"/>
              <a:pathLst>
                <a:path w="1527175" h="807719">
                  <a:moveTo>
                    <a:pt x="0" y="403860"/>
                  </a:moveTo>
                  <a:lnTo>
                    <a:pt x="9993" y="338360"/>
                  </a:lnTo>
                  <a:lnTo>
                    <a:pt x="38925" y="276221"/>
                  </a:lnTo>
                  <a:lnTo>
                    <a:pt x="85224" y="218277"/>
                  </a:lnTo>
                  <a:lnTo>
                    <a:pt x="114394" y="191138"/>
                  </a:lnTo>
                  <a:lnTo>
                    <a:pt x="147317" y="165360"/>
                  </a:lnTo>
                  <a:lnTo>
                    <a:pt x="183795" y="141046"/>
                  </a:lnTo>
                  <a:lnTo>
                    <a:pt x="223632" y="118300"/>
                  </a:lnTo>
                  <a:lnTo>
                    <a:pt x="266632" y="97227"/>
                  </a:lnTo>
                  <a:lnTo>
                    <a:pt x="312598" y="77931"/>
                  </a:lnTo>
                  <a:lnTo>
                    <a:pt x="361334" y="60515"/>
                  </a:lnTo>
                  <a:lnTo>
                    <a:pt x="412642" y="45084"/>
                  </a:lnTo>
                  <a:lnTo>
                    <a:pt x="466327" y="31742"/>
                  </a:lnTo>
                  <a:lnTo>
                    <a:pt x="522193" y="20592"/>
                  </a:lnTo>
                  <a:lnTo>
                    <a:pt x="580041" y="11739"/>
                  </a:lnTo>
                  <a:lnTo>
                    <a:pt x="639677" y="5286"/>
                  </a:lnTo>
                  <a:lnTo>
                    <a:pt x="700903" y="1339"/>
                  </a:lnTo>
                  <a:lnTo>
                    <a:pt x="763524" y="0"/>
                  </a:lnTo>
                  <a:lnTo>
                    <a:pt x="826139" y="1339"/>
                  </a:lnTo>
                  <a:lnTo>
                    <a:pt x="887361" y="5286"/>
                  </a:lnTo>
                  <a:lnTo>
                    <a:pt x="946993" y="11739"/>
                  </a:lnTo>
                  <a:lnTo>
                    <a:pt x="1004840" y="20592"/>
                  </a:lnTo>
                  <a:lnTo>
                    <a:pt x="1060704" y="31742"/>
                  </a:lnTo>
                  <a:lnTo>
                    <a:pt x="1114388" y="45084"/>
                  </a:lnTo>
                  <a:lnTo>
                    <a:pt x="1165696" y="60515"/>
                  </a:lnTo>
                  <a:lnTo>
                    <a:pt x="1214432" y="77931"/>
                  </a:lnTo>
                  <a:lnTo>
                    <a:pt x="1260399" y="97227"/>
                  </a:lnTo>
                  <a:lnTo>
                    <a:pt x="1303400" y="118300"/>
                  </a:lnTo>
                  <a:lnTo>
                    <a:pt x="1343239" y="141046"/>
                  </a:lnTo>
                  <a:lnTo>
                    <a:pt x="1379719" y="165360"/>
                  </a:lnTo>
                  <a:lnTo>
                    <a:pt x="1412644" y="191138"/>
                  </a:lnTo>
                  <a:lnTo>
                    <a:pt x="1441816" y="218277"/>
                  </a:lnTo>
                  <a:lnTo>
                    <a:pt x="1488118" y="276221"/>
                  </a:lnTo>
                  <a:lnTo>
                    <a:pt x="1517053" y="338360"/>
                  </a:lnTo>
                  <a:lnTo>
                    <a:pt x="1527048" y="403860"/>
                  </a:lnTo>
                  <a:lnTo>
                    <a:pt x="1524516" y="436978"/>
                  </a:lnTo>
                  <a:lnTo>
                    <a:pt x="1504855" y="500901"/>
                  </a:lnTo>
                  <a:lnTo>
                    <a:pt x="1467040" y="561046"/>
                  </a:lnTo>
                  <a:lnTo>
                    <a:pt x="1412644" y="616581"/>
                  </a:lnTo>
                  <a:lnTo>
                    <a:pt x="1379719" y="642359"/>
                  </a:lnTo>
                  <a:lnTo>
                    <a:pt x="1343239" y="666673"/>
                  </a:lnTo>
                  <a:lnTo>
                    <a:pt x="1303401" y="689419"/>
                  </a:lnTo>
                  <a:lnTo>
                    <a:pt x="1260399" y="710492"/>
                  </a:lnTo>
                  <a:lnTo>
                    <a:pt x="1214432" y="729788"/>
                  </a:lnTo>
                  <a:lnTo>
                    <a:pt x="1165696" y="747204"/>
                  </a:lnTo>
                  <a:lnTo>
                    <a:pt x="1114388" y="762635"/>
                  </a:lnTo>
                  <a:lnTo>
                    <a:pt x="1060704" y="775977"/>
                  </a:lnTo>
                  <a:lnTo>
                    <a:pt x="1004840" y="787127"/>
                  </a:lnTo>
                  <a:lnTo>
                    <a:pt x="946993" y="795980"/>
                  </a:lnTo>
                  <a:lnTo>
                    <a:pt x="887361" y="802433"/>
                  </a:lnTo>
                  <a:lnTo>
                    <a:pt x="826139" y="806380"/>
                  </a:lnTo>
                  <a:lnTo>
                    <a:pt x="763524" y="807720"/>
                  </a:lnTo>
                  <a:lnTo>
                    <a:pt x="700903" y="806380"/>
                  </a:lnTo>
                  <a:lnTo>
                    <a:pt x="639677" y="802433"/>
                  </a:lnTo>
                  <a:lnTo>
                    <a:pt x="580041" y="795980"/>
                  </a:lnTo>
                  <a:lnTo>
                    <a:pt x="522193" y="787127"/>
                  </a:lnTo>
                  <a:lnTo>
                    <a:pt x="466327" y="775977"/>
                  </a:lnTo>
                  <a:lnTo>
                    <a:pt x="412642" y="762635"/>
                  </a:lnTo>
                  <a:lnTo>
                    <a:pt x="361334" y="747204"/>
                  </a:lnTo>
                  <a:lnTo>
                    <a:pt x="312598" y="729788"/>
                  </a:lnTo>
                  <a:lnTo>
                    <a:pt x="266632" y="710492"/>
                  </a:lnTo>
                  <a:lnTo>
                    <a:pt x="223632" y="689419"/>
                  </a:lnTo>
                  <a:lnTo>
                    <a:pt x="183795" y="666673"/>
                  </a:lnTo>
                  <a:lnTo>
                    <a:pt x="147317" y="642359"/>
                  </a:lnTo>
                  <a:lnTo>
                    <a:pt x="114394" y="616581"/>
                  </a:lnTo>
                  <a:lnTo>
                    <a:pt x="85224" y="589442"/>
                  </a:lnTo>
                  <a:lnTo>
                    <a:pt x="38925" y="531498"/>
                  </a:lnTo>
                  <a:lnTo>
                    <a:pt x="9993" y="469359"/>
                  </a:lnTo>
                  <a:lnTo>
                    <a:pt x="0" y="403860"/>
                  </a:lnTo>
                  <a:close/>
                </a:path>
              </a:pathLst>
            </a:custGeom>
            <a:ln w="25908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84428" y="356742"/>
            <a:ext cx="773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815" y="1062219"/>
            <a:ext cx="11867515" cy="5730240"/>
            <a:chOff x="51815" y="1062219"/>
            <a:chExt cx="11867515" cy="57302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15" y="1062219"/>
              <a:ext cx="4922139" cy="57298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8965" y="1096517"/>
              <a:ext cx="4817745" cy="5625465"/>
            </a:xfrm>
            <a:custGeom>
              <a:avLst/>
              <a:gdLst/>
              <a:ahLst/>
              <a:cxnLst/>
              <a:rect l="l" t="t" r="r" b="b"/>
              <a:pathLst>
                <a:path w="4817745" h="5625465">
                  <a:moveTo>
                    <a:pt x="4817364" y="0"/>
                  </a:moveTo>
                  <a:lnTo>
                    <a:pt x="0" y="0"/>
                  </a:lnTo>
                  <a:lnTo>
                    <a:pt x="0" y="5625084"/>
                  </a:lnTo>
                  <a:lnTo>
                    <a:pt x="4817364" y="5625084"/>
                  </a:lnTo>
                  <a:lnTo>
                    <a:pt x="48173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8965" y="1096517"/>
              <a:ext cx="4817745" cy="5625465"/>
            </a:xfrm>
            <a:custGeom>
              <a:avLst/>
              <a:gdLst/>
              <a:ahLst/>
              <a:cxnLst/>
              <a:rect l="l" t="t" r="r" b="b"/>
              <a:pathLst>
                <a:path w="4817745" h="5625465">
                  <a:moveTo>
                    <a:pt x="0" y="5625084"/>
                  </a:moveTo>
                  <a:lnTo>
                    <a:pt x="4817364" y="5625084"/>
                  </a:lnTo>
                  <a:lnTo>
                    <a:pt x="4817364" y="0"/>
                  </a:lnTo>
                  <a:lnTo>
                    <a:pt x="0" y="0"/>
                  </a:lnTo>
                  <a:lnTo>
                    <a:pt x="0" y="5625084"/>
                  </a:lnTo>
                  <a:close/>
                </a:path>
              </a:pathLst>
            </a:custGeom>
            <a:ln w="2895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2812" y="1062219"/>
              <a:ext cx="6946011" cy="57298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29962" y="1096517"/>
              <a:ext cx="6841490" cy="5625465"/>
            </a:xfrm>
            <a:custGeom>
              <a:avLst/>
              <a:gdLst/>
              <a:ahLst/>
              <a:cxnLst/>
              <a:rect l="l" t="t" r="r" b="b"/>
              <a:pathLst>
                <a:path w="6841490" h="5625465">
                  <a:moveTo>
                    <a:pt x="6841236" y="0"/>
                  </a:moveTo>
                  <a:lnTo>
                    <a:pt x="0" y="0"/>
                  </a:lnTo>
                  <a:lnTo>
                    <a:pt x="0" y="5625084"/>
                  </a:lnTo>
                  <a:lnTo>
                    <a:pt x="6841236" y="5625084"/>
                  </a:lnTo>
                  <a:lnTo>
                    <a:pt x="6841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29962" y="1096517"/>
              <a:ext cx="6841490" cy="5625465"/>
            </a:xfrm>
            <a:custGeom>
              <a:avLst/>
              <a:gdLst/>
              <a:ahLst/>
              <a:cxnLst/>
              <a:rect l="l" t="t" r="r" b="b"/>
              <a:pathLst>
                <a:path w="6841490" h="5625465">
                  <a:moveTo>
                    <a:pt x="0" y="5625084"/>
                  </a:moveTo>
                  <a:lnTo>
                    <a:pt x="6841236" y="5625084"/>
                  </a:lnTo>
                  <a:lnTo>
                    <a:pt x="6841236" y="0"/>
                  </a:lnTo>
                  <a:lnTo>
                    <a:pt x="0" y="0"/>
                  </a:lnTo>
                  <a:lnTo>
                    <a:pt x="0" y="5625084"/>
                  </a:lnTo>
                  <a:close/>
                </a:path>
              </a:pathLst>
            </a:custGeom>
            <a:ln w="2895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5356" y="1127759"/>
              <a:ext cx="3609975" cy="18695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0031" y="1194815"/>
              <a:ext cx="3457575" cy="18070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62600" y="1152143"/>
              <a:ext cx="3525520" cy="1784985"/>
            </a:xfrm>
            <a:custGeom>
              <a:avLst/>
              <a:gdLst/>
              <a:ahLst/>
              <a:cxnLst/>
              <a:rect l="l" t="t" r="r" b="b"/>
              <a:pathLst>
                <a:path w="3525520" h="1784985">
                  <a:moveTo>
                    <a:pt x="3227578" y="0"/>
                  </a:moveTo>
                  <a:lnTo>
                    <a:pt x="297434" y="0"/>
                  </a:lnTo>
                  <a:lnTo>
                    <a:pt x="249202" y="3894"/>
                  </a:lnTo>
                  <a:lnTo>
                    <a:pt x="203443" y="15168"/>
                  </a:lnTo>
                  <a:lnTo>
                    <a:pt x="160771" y="33209"/>
                  </a:lnTo>
                  <a:lnTo>
                    <a:pt x="121798" y="57403"/>
                  </a:lnTo>
                  <a:lnTo>
                    <a:pt x="87137" y="87137"/>
                  </a:lnTo>
                  <a:lnTo>
                    <a:pt x="57403" y="121798"/>
                  </a:lnTo>
                  <a:lnTo>
                    <a:pt x="33209" y="160771"/>
                  </a:lnTo>
                  <a:lnTo>
                    <a:pt x="15168" y="203443"/>
                  </a:lnTo>
                  <a:lnTo>
                    <a:pt x="3894" y="249202"/>
                  </a:lnTo>
                  <a:lnTo>
                    <a:pt x="0" y="297433"/>
                  </a:lnTo>
                  <a:lnTo>
                    <a:pt x="0" y="1487169"/>
                  </a:lnTo>
                  <a:lnTo>
                    <a:pt x="3894" y="1535401"/>
                  </a:lnTo>
                  <a:lnTo>
                    <a:pt x="15168" y="1581160"/>
                  </a:lnTo>
                  <a:lnTo>
                    <a:pt x="33209" y="1623832"/>
                  </a:lnTo>
                  <a:lnTo>
                    <a:pt x="57403" y="1662805"/>
                  </a:lnTo>
                  <a:lnTo>
                    <a:pt x="87137" y="1697466"/>
                  </a:lnTo>
                  <a:lnTo>
                    <a:pt x="121798" y="1727200"/>
                  </a:lnTo>
                  <a:lnTo>
                    <a:pt x="160771" y="1751394"/>
                  </a:lnTo>
                  <a:lnTo>
                    <a:pt x="203443" y="1769435"/>
                  </a:lnTo>
                  <a:lnTo>
                    <a:pt x="249202" y="1780709"/>
                  </a:lnTo>
                  <a:lnTo>
                    <a:pt x="297434" y="1784603"/>
                  </a:lnTo>
                  <a:lnTo>
                    <a:pt x="3227578" y="1784603"/>
                  </a:lnTo>
                  <a:lnTo>
                    <a:pt x="3275809" y="1780709"/>
                  </a:lnTo>
                  <a:lnTo>
                    <a:pt x="3321568" y="1769435"/>
                  </a:lnTo>
                  <a:lnTo>
                    <a:pt x="3364240" y="1751394"/>
                  </a:lnTo>
                  <a:lnTo>
                    <a:pt x="3403213" y="1727200"/>
                  </a:lnTo>
                  <a:lnTo>
                    <a:pt x="3437874" y="1697466"/>
                  </a:lnTo>
                  <a:lnTo>
                    <a:pt x="3467608" y="1662805"/>
                  </a:lnTo>
                  <a:lnTo>
                    <a:pt x="3491802" y="1623832"/>
                  </a:lnTo>
                  <a:lnTo>
                    <a:pt x="3509843" y="1581160"/>
                  </a:lnTo>
                  <a:lnTo>
                    <a:pt x="3521117" y="1535401"/>
                  </a:lnTo>
                  <a:lnTo>
                    <a:pt x="3525011" y="1487169"/>
                  </a:lnTo>
                  <a:lnTo>
                    <a:pt x="3525011" y="297433"/>
                  </a:lnTo>
                  <a:lnTo>
                    <a:pt x="3521117" y="249202"/>
                  </a:lnTo>
                  <a:lnTo>
                    <a:pt x="3509843" y="203443"/>
                  </a:lnTo>
                  <a:lnTo>
                    <a:pt x="3491802" y="160771"/>
                  </a:lnTo>
                  <a:lnTo>
                    <a:pt x="3467608" y="121798"/>
                  </a:lnTo>
                  <a:lnTo>
                    <a:pt x="3437874" y="87137"/>
                  </a:lnTo>
                  <a:lnTo>
                    <a:pt x="3403213" y="57403"/>
                  </a:lnTo>
                  <a:lnTo>
                    <a:pt x="3364240" y="33209"/>
                  </a:lnTo>
                  <a:lnTo>
                    <a:pt x="3321568" y="15168"/>
                  </a:lnTo>
                  <a:lnTo>
                    <a:pt x="3275809" y="3894"/>
                  </a:lnTo>
                  <a:lnTo>
                    <a:pt x="322757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62600" y="1152143"/>
              <a:ext cx="3525520" cy="1784985"/>
            </a:xfrm>
            <a:custGeom>
              <a:avLst/>
              <a:gdLst/>
              <a:ahLst/>
              <a:cxnLst/>
              <a:rect l="l" t="t" r="r" b="b"/>
              <a:pathLst>
                <a:path w="3525520" h="1784985">
                  <a:moveTo>
                    <a:pt x="0" y="297433"/>
                  </a:moveTo>
                  <a:lnTo>
                    <a:pt x="3894" y="249202"/>
                  </a:lnTo>
                  <a:lnTo>
                    <a:pt x="15168" y="203443"/>
                  </a:lnTo>
                  <a:lnTo>
                    <a:pt x="33209" y="160771"/>
                  </a:lnTo>
                  <a:lnTo>
                    <a:pt x="57403" y="121798"/>
                  </a:lnTo>
                  <a:lnTo>
                    <a:pt x="87137" y="87137"/>
                  </a:lnTo>
                  <a:lnTo>
                    <a:pt x="121798" y="57403"/>
                  </a:lnTo>
                  <a:lnTo>
                    <a:pt x="160771" y="33209"/>
                  </a:lnTo>
                  <a:lnTo>
                    <a:pt x="203443" y="15168"/>
                  </a:lnTo>
                  <a:lnTo>
                    <a:pt x="249202" y="3894"/>
                  </a:lnTo>
                  <a:lnTo>
                    <a:pt x="297434" y="0"/>
                  </a:lnTo>
                  <a:lnTo>
                    <a:pt x="3227578" y="0"/>
                  </a:lnTo>
                  <a:lnTo>
                    <a:pt x="3275809" y="3894"/>
                  </a:lnTo>
                  <a:lnTo>
                    <a:pt x="3321568" y="15168"/>
                  </a:lnTo>
                  <a:lnTo>
                    <a:pt x="3364240" y="33209"/>
                  </a:lnTo>
                  <a:lnTo>
                    <a:pt x="3403213" y="57403"/>
                  </a:lnTo>
                  <a:lnTo>
                    <a:pt x="3437874" y="87137"/>
                  </a:lnTo>
                  <a:lnTo>
                    <a:pt x="3467608" y="121798"/>
                  </a:lnTo>
                  <a:lnTo>
                    <a:pt x="3491802" y="160771"/>
                  </a:lnTo>
                  <a:lnTo>
                    <a:pt x="3509843" y="203443"/>
                  </a:lnTo>
                  <a:lnTo>
                    <a:pt x="3521117" y="249202"/>
                  </a:lnTo>
                  <a:lnTo>
                    <a:pt x="3525011" y="297433"/>
                  </a:lnTo>
                  <a:lnTo>
                    <a:pt x="3525011" y="1487169"/>
                  </a:lnTo>
                  <a:lnTo>
                    <a:pt x="3521117" y="1535401"/>
                  </a:lnTo>
                  <a:lnTo>
                    <a:pt x="3509843" y="1581160"/>
                  </a:lnTo>
                  <a:lnTo>
                    <a:pt x="3491802" y="1623832"/>
                  </a:lnTo>
                  <a:lnTo>
                    <a:pt x="3467608" y="1662805"/>
                  </a:lnTo>
                  <a:lnTo>
                    <a:pt x="3437874" y="1697466"/>
                  </a:lnTo>
                  <a:lnTo>
                    <a:pt x="3403213" y="1727200"/>
                  </a:lnTo>
                  <a:lnTo>
                    <a:pt x="3364240" y="1751394"/>
                  </a:lnTo>
                  <a:lnTo>
                    <a:pt x="3321568" y="1769435"/>
                  </a:lnTo>
                  <a:lnTo>
                    <a:pt x="3275809" y="1780709"/>
                  </a:lnTo>
                  <a:lnTo>
                    <a:pt x="3227578" y="1784603"/>
                  </a:lnTo>
                  <a:lnTo>
                    <a:pt x="297434" y="1784603"/>
                  </a:lnTo>
                  <a:lnTo>
                    <a:pt x="249202" y="1780709"/>
                  </a:lnTo>
                  <a:lnTo>
                    <a:pt x="203443" y="1769435"/>
                  </a:lnTo>
                  <a:lnTo>
                    <a:pt x="160771" y="1751394"/>
                  </a:lnTo>
                  <a:lnTo>
                    <a:pt x="121798" y="1727200"/>
                  </a:lnTo>
                  <a:lnTo>
                    <a:pt x="87137" y="1697466"/>
                  </a:lnTo>
                  <a:lnTo>
                    <a:pt x="57403" y="1662805"/>
                  </a:lnTo>
                  <a:lnTo>
                    <a:pt x="33209" y="1623832"/>
                  </a:lnTo>
                  <a:lnTo>
                    <a:pt x="15168" y="1581160"/>
                  </a:lnTo>
                  <a:lnTo>
                    <a:pt x="3894" y="1535401"/>
                  </a:lnTo>
                  <a:lnTo>
                    <a:pt x="0" y="1487169"/>
                  </a:lnTo>
                  <a:lnTo>
                    <a:pt x="0" y="29743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741161" y="1257427"/>
            <a:ext cx="3181350" cy="1583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D0D0D"/>
                </a:solidFill>
                <a:latin typeface="Calibri"/>
                <a:cs typeface="Calibri"/>
              </a:rPr>
              <a:t>SOCIAL</a:t>
            </a:r>
            <a:endParaRPr sz="1800">
              <a:latin typeface="Calibri"/>
              <a:cs typeface="Calibri"/>
            </a:endParaRPr>
          </a:p>
          <a:p>
            <a:pPr algn="just" marL="227329" marR="5080" indent="-227329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228600" algn="l"/>
              </a:tabLst>
            </a:pP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Provides</a:t>
            </a:r>
            <a:r>
              <a:rPr dirty="0" sz="1400" spc="8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equal</a:t>
            </a:r>
            <a:r>
              <a:rPr dirty="0" sz="1400" spc="9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access</a:t>
            </a:r>
            <a:r>
              <a:rPr dirty="0" sz="1400" spc="8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dirty="0" sz="1400" spc="9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internships</a:t>
            </a:r>
            <a:r>
              <a:rPr dirty="0" sz="1400" spc="8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Calibri"/>
                <a:cs typeface="Calibri"/>
              </a:rPr>
              <a:t>for </a:t>
            </a:r>
            <a:r>
              <a:rPr dirty="0" sz="1400" spc="-25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students</a:t>
            </a:r>
            <a:r>
              <a:rPr dirty="0" sz="1400" spc="490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from</a:t>
            </a:r>
            <a:r>
              <a:rPr dirty="0" sz="1400" spc="484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400" spc="-10">
                <a:solidFill>
                  <a:srgbClr val="0D0D0D"/>
                </a:solidFill>
                <a:latin typeface="Calibri"/>
                <a:cs typeface="Calibri"/>
              </a:rPr>
              <a:t>Tier-2/Tier-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3</a:t>
            </a:r>
            <a:r>
              <a:rPr dirty="0" sz="1400" spc="490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400" spc="-10">
                <a:solidFill>
                  <a:srgbClr val="0D0D0D"/>
                </a:solidFill>
                <a:latin typeface="Calibri"/>
                <a:cs typeface="Calibri"/>
              </a:rPr>
              <a:t>cities, </a:t>
            </a:r>
            <a:r>
              <a:rPr dirty="0" sz="1400" spc="-1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reducing</a:t>
            </a:r>
            <a:r>
              <a:rPr dirty="0" sz="1400" spc="-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opportunity</a:t>
            </a:r>
            <a:r>
              <a:rPr dirty="0" sz="1400" spc="-6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Calibri"/>
                <a:cs typeface="Calibri"/>
              </a:rPr>
              <a:t>gaps.</a:t>
            </a:r>
            <a:endParaRPr sz="1400">
              <a:latin typeface="Calibri"/>
              <a:cs typeface="Calibri"/>
            </a:endParaRPr>
          </a:p>
          <a:p>
            <a:pPr algn="just" marL="227329" marR="8255" indent="-227329">
              <a:lnSpc>
                <a:spcPct val="100000"/>
              </a:lnSpc>
              <a:buAutoNum type="arabicPeriod"/>
              <a:tabLst>
                <a:tab pos="228600" algn="l"/>
              </a:tabLst>
            </a:pP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Improves</a:t>
            </a:r>
            <a:r>
              <a:rPr dirty="0" sz="1400" spc="4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student</a:t>
            </a:r>
            <a:r>
              <a:rPr dirty="0" sz="1400" spc="434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career</a:t>
            </a:r>
            <a:r>
              <a:rPr dirty="0" sz="1400" spc="434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guidance</a:t>
            </a:r>
            <a:r>
              <a:rPr dirty="0" sz="1400" spc="44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Calibri"/>
                <a:cs typeface="Calibri"/>
              </a:rPr>
              <a:t>by </a:t>
            </a:r>
            <a:r>
              <a:rPr dirty="0" sz="1400" spc="-25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recommending</a:t>
            </a:r>
            <a:r>
              <a:rPr dirty="0" sz="1400" spc="17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roles</a:t>
            </a:r>
            <a:r>
              <a:rPr dirty="0" sz="1400" spc="17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that</a:t>
            </a:r>
            <a:r>
              <a:rPr dirty="0" sz="1400" spc="17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fit</a:t>
            </a:r>
            <a:r>
              <a:rPr dirty="0" sz="1400" spc="18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their</a:t>
            </a:r>
            <a:r>
              <a:rPr dirty="0" sz="1400" spc="18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Calibri"/>
                <a:cs typeface="Calibri"/>
              </a:rPr>
              <a:t>skills </a:t>
            </a:r>
            <a:r>
              <a:rPr dirty="0" sz="1400" spc="-1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Calibri"/>
                <a:cs typeface="Calibri"/>
              </a:rPr>
              <a:t>interests.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319259" y="3497554"/>
            <a:ext cx="2517775" cy="3102610"/>
            <a:chOff x="9319259" y="3497554"/>
            <a:chExt cx="2517775" cy="310261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9259" y="3497554"/>
              <a:ext cx="2517267" cy="31024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10699" y="3596640"/>
              <a:ext cx="2332863" cy="298056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366503" y="3521964"/>
              <a:ext cx="2432685" cy="3017520"/>
            </a:xfrm>
            <a:custGeom>
              <a:avLst/>
              <a:gdLst/>
              <a:ahLst/>
              <a:cxnLst/>
              <a:rect l="l" t="t" r="r" b="b"/>
              <a:pathLst>
                <a:path w="2432684" h="3017520">
                  <a:moveTo>
                    <a:pt x="2026920" y="0"/>
                  </a:moveTo>
                  <a:lnTo>
                    <a:pt x="405384" y="0"/>
                  </a:lnTo>
                  <a:lnTo>
                    <a:pt x="358105" y="2727"/>
                  </a:lnTo>
                  <a:lnTo>
                    <a:pt x="312428" y="10705"/>
                  </a:lnTo>
                  <a:lnTo>
                    <a:pt x="268659" y="23631"/>
                  </a:lnTo>
                  <a:lnTo>
                    <a:pt x="227100" y="41201"/>
                  </a:lnTo>
                  <a:lnTo>
                    <a:pt x="188056" y="63110"/>
                  </a:lnTo>
                  <a:lnTo>
                    <a:pt x="151831" y="89054"/>
                  </a:lnTo>
                  <a:lnTo>
                    <a:pt x="118729" y="118729"/>
                  </a:lnTo>
                  <a:lnTo>
                    <a:pt x="89054" y="151831"/>
                  </a:lnTo>
                  <a:lnTo>
                    <a:pt x="63110" y="188056"/>
                  </a:lnTo>
                  <a:lnTo>
                    <a:pt x="41201" y="227100"/>
                  </a:lnTo>
                  <a:lnTo>
                    <a:pt x="23631" y="268659"/>
                  </a:lnTo>
                  <a:lnTo>
                    <a:pt x="10705" y="312428"/>
                  </a:lnTo>
                  <a:lnTo>
                    <a:pt x="2727" y="358105"/>
                  </a:lnTo>
                  <a:lnTo>
                    <a:pt x="0" y="405384"/>
                  </a:lnTo>
                  <a:lnTo>
                    <a:pt x="0" y="2612123"/>
                  </a:lnTo>
                  <a:lnTo>
                    <a:pt x="2727" y="2659402"/>
                  </a:lnTo>
                  <a:lnTo>
                    <a:pt x="10705" y="2705079"/>
                  </a:lnTo>
                  <a:lnTo>
                    <a:pt x="23631" y="2748849"/>
                  </a:lnTo>
                  <a:lnTo>
                    <a:pt x="41201" y="2790409"/>
                  </a:lnTo>
                  <a:lnTo>
                    <a:pt x="63110" y="2829454"/>
                  </a:lnTo>
                  <a:lnTo>
                    <a:pt x="89054" y="2865681"/>
                  </a:lnTo>
                  <a:lnTo>
                    <a:pt x="118729" y="2898784"/>
                  </a:lnTo>
                  <a:lnTo>
                    <a:pt x="151831" y="2928460"/>
                  </a:lnTo>
                  <a:lnTo>
                    <a:pt x="188056" y="2954406"/>
                  </a:lnTo>
                  <a:lnTo>
                    <a:pt x="227100" y="2976316"/>
                  </a:lnTo>
                  <a:lnTo>
                    <a:pt x="268659" y="2993886"/>
                  </a:lnTo>
                  <a:lnTo>
                    <a:pt x="312428" y="3006813"/>
                  </a:lnTo>
                  <a:lnTo>
                    <a:pt x="358105" y="3014792"/>
                  </a:lnTo>
                  <a:lnTo>
                    <a:pt x="405384" y="3017520"/>
                  </a:lnTo>
                  <a:lnTo>
                    <a:pt x="2026920" y="3017520"/>
                  </a:lnTo>
                  <a:lnTo>
                    <a:pt x="2074198" y="3014792"/>
                  </a:lnTo>
                  <a:lnTo>
                    <a:pt x="2119875" y="3006813"/>
                  </a:lnTo>
                  <a:lnTo>
                    <a:pt x="2163644" y="2993886"/>
                  </a:lnTo>
                  <a:lnTo>
                    <a:pt x="2205203" y="2976316"/>
                  </a:lnTo>
                  <a:lnTo>
                    <a:pt x="2244247" y="2954406"/>
                  </a:lnTo>
                  <a:lnTo>
                    <a:pt x="2280472" y="2928460"/>
                  </a:lnTo>
                  <a:lnTo>
                    <a:pt x="2313574" y="2898784"/>
                  </a:lnTo>
                  <a:lnTo>
                    <a:pt x="2343249" y="2865681"/>
                  </a:lnTo>
                  <a:lnTo>
                    <a:pt x="2369193" y="2829454"/>
                  </a:lnTo>
                  <a:lnTo>
                    <a:pt x="2391102" y="2790409"/>
                  </a:lnTo>
                  <a:lnTo>
                    <a:pt x="2408672" y="2748849"/>
                  </a:lnTo>
                  <a:lnTo>
                    <a:pt x="2421598" y="2705079"/>
                  </a:lnTo>
                  <a:lnTo>
                    <a:pt x="2429576" y="2659402"/>
                  </a:lnTo>
                  <a:lnTo>
                    <a:pt x="2432304" y="2612123"/>
                  </a:lnTo>
                  <a:lnTo>
                    <a:pt x="2432304" y="405384"/>
                  </a:lnTo>
                  <a:lnTo>
                    <a:pt x="2429576" y="358105"/>
                  </a:lnTo>
                  <a:lnTo>
                    <a:pt x="2421598" y="312428"/>
                  </a:lnTo>
                  <a:lnTo>
                    <a:pt x="2408672" y="268659"/>
                  </a:lnTo>
                  <a:lnTo>
                    <a:pt x="2391102" y="227100"/>
                  </a:lnTo>
                  <a:lnTo>
                    <a:pt x="2369193" y="188056"/>
                  </a:lnTo>
                  <a:lnTo>
                    <a:pt x="2343249" y="151831"/>
                  </a:lnTo>
                  <a:lnTo>
                    <a:pt x="2313574" y="118729"/>
                  </a:lnTo>
                  <a:lnTo>
                    <a:pt x="2280472" y="89054"/>
                  </a:lnTo>
                  <a:lnTo>
                    <a:pt x="2244247" y="63110"/>
                  </a:lnTo>
                  <a:lnTo>
                    <a:pt x="2205203" y="41201"/>
                  </a:lnTo>
                  <a:lnTo>
                    <a:pt x="2163644" y="23631"/>
                  </a:lnTo>
                  <a:lnTo>
                    <a:pt x="2119875" y="10705"/>
                  </a:lnTo>
                  <a:lnTo>
                    <a:pt x="2074198" y="2727"/>
                  </a:lnTo>
                  <a:lnTo>
                    <a:pt x="202692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366503" y="3521964"/>
              <a:ext cx="2432685" cy="3017520"/>
            </a:xfrm>
            <a:custGeom>
              <a:avLst/>
              <a:gdLst/>
              <a:ahLst/>
              <a:cxnLst/>
              <a:rect l="l" t="t" r="r" b="b"/>
              <a:pathLst>
                <a:path w="2432684" h="3017520">
                  <a:moveTo>
                    <a:pt x="0" y="405384"/>
                  </a:moveTo>
                  <a:lnTo>
                    <a:pt x="2727" y="358105"/>
                  </a:lnTo>
                  <a:lnTo>
                    <a:pt x="10705" y="312428"/>
                  </a:lnTo>
                  <a:lnTo>
                    <a:pt x="23631" y="268659"/>
                  </a:lnTo>
                  <a:lnTo>
                    <a:pt x="41201" y="227100"/>
                  </a:lnTo>
                  <a:lnTo>
                    <a:pt x="63110" y="188056"/>
                  </a:lnTo>
                  <a:lnTo>
                    <a:pt x="89054" y="151831"/>
                  </a:lnTo>
                  <a:lnTo>
                    <a:pt x="118729" y="118729"/>
                  </a:lnTo>
                  <a:lnTo>
                    <a:pt x="151831" y="89054"/>
                  </a:lnTo>
                  <a:lnTo>
                    <a:pt x="188056" y="63110"/>
                  </a:lnTo>
                  <a:lnTo>
                    <a:pt x="227100" y="41201"/>
                  </a:lnTo>
                  <a:lnTo>
                    <a:pt x="268659" y="23631"/>
                  </a:lnTo>
                  <a:lnTo>
                    <a:pt x="312428" y="10705"/>
                  </a:lnTo>
                  <a:lnTo>
                    <a:pt x="358105" y="2727"/>
                  </a:lnTo>
                  <a:lnTo>
                    <a:pt x="405384" y="0"/>
                  </a:lnTo>
                  <a:lnTo>
                    <a:pt x="2026920" y="0"/>
                  </a:lnTo>
                  <a:lnTo>
                    <a:pt x="2074198" y="2727"/>
                  </a:lnTo>
                  <a:lnTo>
                    <a:pt x="2119875" y="10705"/>
                  </a:lnTo>
                  <a:lnTo>
                    <a:pt x="2163644" y="23631"/>
                  </a:lnTo>
                  <a:lnTo>
                    <a:pt x="2205203" y="41201"/>
                  </a:lnTo>
                  <a:lnTo>
                    <a:pt x="2244247" y="63110"/>
                  </a:lnTo>
                  <a:lnTo>
                    <a:pt x="2280472" y="89054"/>
                  </a:lnTo>
                  <a:lnTo>
                    <a:pt x="2313574" y="118729"/>
                  </a:lnTo>
                  <a:lnTo>
                    <a:pt x="2343249" y="151831"/>
                  </a:lnTo>
                  <a:lnTo>
                    <a:pt x="2369193" y="188056"/>
                  </a:lnTo>
                  <a:lnTo>
                    <a:pt x="2391102" y="227100"/>
                  </a:lnTo>
                  <a:lnTo>
                    <a:pt x="2408672" y="268659"/>
                  </a:lnTo>
                  <a:lnTo>
                    <a:pt x="2421598" y="312428"/>
                  </a:lnTo>
                  <a:lnTo>
                    <a:pt x="2429576" y="358105"/>
                  </a:lnTo>
                  <a:lnTo>
                    <a:pt x="2432304" y="405384"/>
                  </a:lnTo>
                  <a:lnTo>
                    <a:pt x="2432304" y="2612123"/>
                  </a:lnTo>
                  <a:lnTo>
                    <a:pt x="2429576" y="2659402"/>
                  </a:lnTo>
                  <a:lnTo>
                    <a:pt x="2421598" y="2705079"/>
                  </a:lnTo>
                  <a:lnTo>
                    <a:pt x="2408672" y="2748849"/>
                  </a:lnTo>
                  <a:lnTo>
                    <a:pt x="2391102" y="2790409"/>
                  </a:lnTo>
                  <a:lnTo>
                    <a:pt x="2369193" y="2829454"/>
                  </a:lnTo>
                  <a:lnTo>
                    <a:pt x="2343249" y="2865681"/>
                  </a:lnTo>
                  <a:lnTo>
                    <a:pt x="2313574" y="2898784"/>
                  </a:lnTo>
                  <a:lnTo>
                    <a:pt x="2280472" y="2928460"/>
                  </a:lnTo>
                  <a:lnTo>
                    <a:pt x="2244247" y="2954406"/>
                  </a:lnTo>
                  <a:lnTo>
                    <a:pt x="2205203" y="2976316"/>
                  </a:lnTo>
                  <a:lnTo>
                    <a:pt x="2163644" y="2993886"/>
                  </a:lnTo>
                  <a:lnTo>
                    <a:pt x="2119875" y="3006813"/>
                  </a:lnTo>
                  <a:lnTo>
                    <a:pt x="2074198" y="3014792"/>
                  </a:lnTo>
                  <a:lnTo>
                    <a:pt x="2026920" y="3017520"/>
                  </a:lnTo>
                  <a:lnTo>
                    <a:pt x="405384" y="3017520"/>
                  </a:lnTo>
                  <a:lnTo>
                    <a:pt x="358105" y="3014792"/>
                  </a:lnTo>
                  <a:lnTo>
                    <a:pt x="312428" y="3006813"/>
                  </a:lnTo>
                  <a:lnTo>
                    <a:pt x="268659" y="2993886"/>
                  </a:lnTo>
                  <a:lnTo>
                    <a:pt x="227100" y="2976316"/>
                  </a:lnTo>
                  <a:lnTo>
                    <a:pt x="188056" y="2954406"/>
                  </a:lnTo>
                  <a:lnTo>
                    <a:pt x="151831" y="2928460"/>
                  </a:lnTo>
                  <a:lnTo>
                    <a:pt x="118729" y="2898784"/>
                  </a:lnTo>
                  <a:lnTo>
                    <a:pt x="89054" y="2865681"/>
                  </a:lnTo>
                  <a:lnTo>
                    <a:pt x="63110" y="2829454"/>
                  </a:lnTo>
                  <a:lnTo>
                    <a:pt x="41201" y="2790409"/>
                  </a:lnTo>
                  <a:lnTo>
                    <a:pt x="23631" y="2748849"/>
                  </a:lnTo>
                  <a:lnTo>
                    <a:pt x="10705" y="2705079"/>
                  </a:lnTo>
                  <a:lnTo>
                    <a:pt x="2727" y="2659402"/>
                  </a:lnTo>
                  <a:lnTo>
                    <a:pt x="0" y="2612123"/>
                  </a:lnTo>
                  <a:lnTo>
                    <a:pt x="0" y="40538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996169" y="3658565"/>
            <a:ext cx="11874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D0D0D"/>
                </a:solidFill>
                <a:latin typeface="Calibri"/>
                <a:cs typeface="Calibri"/>
              </a:rPr>
              <a:t>ECONOMICS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78593" y="3936619"/>
            <a:ext cx="2026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176020" algn="l"/>
              </a:tabLst>
            </a:pP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1.</a:t>
            </a:r>
            <a:r>
              <a:rPr dirty="0" sz="1600" spc="204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Increases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internship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807193" y="4180459"/>
            <a:ext cx="179514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  <a:tabLst>
                <a:tab pos="525145" algn="l"/>
                <a:tab pos="984250" algn="l"/>
              </a:tabLst>
            </a:pP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success</a:t>
            </a:r>
            <a:r>
              <a:rPr dirty="0" sz="1600" spc="3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rates,</a:t>
            </a:r>
            <a:r>
              <a:rPr dirty="0" sz="1600" spc="3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saving </a:t>
            </a:r>
            <a:r>
              <a:rPr dirty="0" sz="1600" spc="-20">
                <a:solidFill>
                  <a:srgbClr val="0D0D0D"/>
                </a:solidFill>
                <a:latin typeface="Calibri"/>
                <a:cs typeface="Calibri"/>
              </a:rPr>
              <a:t>time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600" spc="-25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600" spc="-20">
                <a:solidFill>
                  <a:srgbClr val="0D0D0D"/>
                </a:solidFill>
                <a:latin typeface="Calibri"/>
                <a:cs typeface="Calibri"/>
              </a:rPr>
              <a:t>resources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807193" y="4668139"/>
            <a:ext cx="1795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58470" algn="l"/>
                <a:tab pos="1069340" algn="l"/>
              </a:tabLst>
            </a:pPr>
            <a:r>
              <a:rPr dirty="0" sz="1600" spc="-25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600" spc="-20">
                <a:solidFill>
                  <a:srgbClr val="0D0D0D"/>
                </a:solidFill>
                <a:latin typeface="Calibri"/>
                <a:cs typeface="Calibri"/>
              </a:rPr>
              <a:t>both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students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78593" y="4911978"/>
            <a:ext cx="202501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1600" spc="-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organizations.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2.</a:t>
            </a:r>
            <a:r>
              <a:rPr dirty="0" sz="1600" spc="16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Helps</a:t>
            </a:r>
            <a:r>
              <a:rPr dirty="0" sz="1600" spc="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companies</a:t>
            </a:r>
            <a:r>
              <a:rPr dirty="0" sz="1600" spc="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0D0D0D"/>
                </a:solidFill>
                <a:latin typeface="Calibri"/>
                <a:cs typeface="Calibri"/>
              </a:rPr>
              <a:t>find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07193" y="5399328"/>
            <a:ext cx="179705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the</a:t>
            </a:r>
            <a:r>
              <a:rPr dirty="0" sz="1600" spc="465">
                <a:solidFill>
                  <a:srgbClr val="0D0D0D"/>
                </a:solidFill>
                <a:latin typeface="Calibri"/>
                <a:cs typeface="Calibri"/>
              </a:rPr>
              <a:t>  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right</a:t>
            </a:r>
            <a:r>
              <a:rPr dirty="0" sz="1600" spc="470">
                <a:solidFill>
                  <a:srgbClr val="0D0D0D"/>
                </a:solidFill>
                <a:latin typeface="Calibri"/>
                <a:cs typeface="Calibri"/>
              </a:rPr>
              <a:t>  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talent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faster,</a:t>
            </a:r>
            <a:r>
              <a:rPr dirty="0" sz="1600" spc="459">
                <a:solidFill>
                  <a:srgbClr val="0D0D0D"/>
                </a:solidFill>
                <a:latin typeface="Calibri"/>
                <a:cs typeface="Calibri"/>
              </a:rPr>
              <a:t>   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improving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productivity</a:t>
            </a:r>
            <a:r>
              <a:rPr dirty="0" sz="1600" spc="370">
                <a:solidFill>
                  <a:srgbClr val="0D0D0D"/>
                </a:solidFill>
                <a:latin typeface="Calibri"/>
                <a:cs typeface="Calibri"/>
              </a:rPr>
              <a:t>     </a:t>
            </a:r>
            <a:r>
              <a:rPr dirty="0" sz="1600" spc="-25">
                <a:solidFill>
                  <a:srgbClr val="0D0D0D"/>
                </a:solidFill>
                <a:latin typeface="Calibri"/>
                <a:cs typeface="Calibri"/>
              </a:rPr>
              <a:t>and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reducing</a:t>
            </a:r>
            <a:r>
              <a:rPr dirty="0" sz="1600" spc="-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hiring</a:t>
            </a:r>
            <a:r>
              <a:rPr dirty="0" sz="1600" spc="-4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costs.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166359" y="3768839"/>
            <a:ext cx="2907665" cy="2865120"/>
            <a:chOff x="5166359" y="3768839"/>
            <a:chExt cx="2907665" cy="2865120"/>
          </a:xfrm>
        </p:grpSpPr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66359" y="3768839"/>
              <a:ext cx="2907411" cy="283121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56275" y="3883164"/>
              <a:ext cx="2724530" cy="275043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13603" y="3793236"/>
              <a:ext cx="2822575" cy="2746375"/>
            </a:xfrm>
            <a:custGeom>
              <a:avLst/>
              <a:gdLst/>
              <a:ahLst/>
              <a:cxnLst/>
              <a:rect l="l" t="t" r="r" b="b"/>
              <a:pathLst>
                <a:path w="2822575" h="2746375">
                  <a:moveTo>
                    <a:pt x="2364740" y="0"/>
                  </a:moveTo>
                  <a:lnTo>
                    <a:pt x="457708" y="0"/>
                  </a:lnTo>
                  <a:lnTo>
                    <a:pt x="410919" y="2363"/>
                  </a:lnTo>
                  <a:lnTo>
                    <a:pt x="365479" y="9301"/>
                  </a:lnTo>
                  <a:lnTo>
                    <a:pt x="321620" y="20582"/>
                  </a:lnTo>
                  <a:lnTo>
                    <a:pt x="279570" y="35976"/>
                  </a:lnTo>
                  <a:lnTo>
                    <a:pt x="239561" y="55253"/>
                  </a:lnTo>
                  <a:lnTo>
                    <a:pt x="201823" y="78183"/>
                  </a:lnTo>
                  <a:lnTo>
                    <a:pt x="166586" y="104536"/>
                  </a:lnTo>
                  <a:lnTo>
                    <a:pt x="134080" y="134080"/>
                  </a:lnTo>
                  <a:lnTo>
                    <a:pt x="104536" y="166586"/>
                  </a:lnTo>
                  <a:lnTo>
                    <a:pt x="78183" y="201823"/>
                  </a:lnTo>
                  <a:lnTo>
                    <a:pt x="55253" y="239561"/>
                  </a:lnTo>
                  <a:lnTo>
                    <a:pt x="35976" y="279570"/>
                  </a:lnTo>
                  <a:lnTo>
                    <a:pt x="20582" y="321620"/>
                  </a:lnTo>
                  <a:lnTo>
                    <a:pt x="9301" y="365479"/>
                  </a:lnTo>
                  <a:lnTo>
                    <a:pt x="2363" y="410919"/>
                  </a:lnTo>
                  <a:lnTo>
                    <a:pt x="0" y="457707"/>
                  </a:lnTo>
                  <a:lnTo>
                    <a:pt x="0" y="2288527"/>
                  </a:lnTo>
                  <a:lnTo>
                    <a:pt x="2363" y="2335326"/>
                  </a:lnTo>
                  <a:lnTo>
                    <a:pt x="9301" y="2380774"/>
                  </a:lnTo>
                  <a:lnTo>
                    <a:pt x="20582" y="2424639"/>
                  </a:lnTo>
                  <a:lnTo>
                    <a:pt x="35976" y="2466693"/>
                  </a:lnTo>
                  <a:lnTo>
                    <a:pt x="55253" y="2506704"/>
                  </a:lnTo>
                  <a:lnTo>
                    <a:pt x="78183" y="2544443"/>
                  </a:lnTo>
                  <a:lnTo>
                    <a:pt x="104536" y="2579680"/>
                  </a:lnTo>
                  <a:lnTo>
                    <a:pt x="134080" y="2612185"/>
                  </a:lnTo>
                  <a:lnTo>
                    <a:pt x="166586" y="2641727"/>
                  </a:lnTo>
                  <a:lnTo>
                    <a:pt x="201823" y="2668076"/>
                  </a:lnTo>
                  <a:lnTo>
                    <a:pt x="239561" y="2691003"/>
                  </a:lnTo>
                  <a:lnTo>
                    <a:pt x="279570" y="2710278"/>
                  </a:lnTo>
                  <a:lnTo>
                    <a:pt x="321620" y="2725669"/>
                  </a:lnTo>
                  <a:lnTo>
                    <a:pt x="365479" y="2736948"/>
                  </a:lnTo>
                  <a:lnTo>
                    <a:pt x="410919" y="2743884"/>
                  </a:lnTo>
                  <a:lnTo>
                    <a:pt x="457708" y="2746248"/>
                  </a:lnTo>
                  <a:lnTo>
                    <a:pt x="2364740" y="2746248"/>
                  </a:lnTo>
                  <a:lnTo>
                    <a:pt x="2411528" y="2743884"/>
                  </a:lnTo>
                  <a:lnTo>
                    <a:pt x="2456968" y="2736948"/>
                  </a:lnTo>
                  <a:lnTo>
                    <a:pt x="2500827" y="2725669"/>
                  </a:lnTo>
                  <a:lnTo>
                    <a:pt x="2542877" y="2710278"/>
                  </a:lnTo>
                  <a:lnTo>
                    <a:pt x="2582886" y="2691003"/>
                  </a:lnTo>
                  <a:lnTo>
                    <a:pt x="2620624" y="2668076"/>
                  </a:lnTo>
                  <a:lnTo>
                    <a:pt x="2655861" y="2641727"/>
                  </a:lnTo>
                  <a:lnTo>
                    <a:pt x="2688367" y="2612185"/>
                  </a:lnTo>
                  <a:lnTo>
                    <a:pt x="2717911" y="2579680"/>
                  </a:lnTo>
                  <a:lnTo>
                    <a:pt x="2744264" y="2544443"/>
                  </a:lnTo>
                  <a:lnTo>
                    <a:pt x="2767194" y="2506704"/>
                  </a:lnTo>
                  <a:lnTo>
                    <a:pt x="2786471" y="2466693"/>
                  </a:lnTo>
                  <a:lnTo>
                    <a:pt x="2801865" y="2424639"/>
                  </a:lnTo>
                  <a:lnTo>
                    <a:pt x="2813146" y="2380774"/>
                  </a:lnTo>
                  <a:lnTo>
                    <a:pt x="2820084" y="2335326"/>
                  </a:lnTo>
                  <a:lnTo>
                    <a:pt x="2822448" y="2288527"/>
                  </a:lnTo>
                  <a:lnTo>
                    <a:pt x="2822448" y="457707"/>
                  </a:lnTo>
                  <a:lnTo>
                    <a:pt x="2820084" y="410919"/>
                  </a:lnTo>
                  <a:lnTo>
                    <a:pt x="2813146" y="365479"/>
                  </a:lnTo>
                  <a:lnTo>
                    <a:pt x="2801865" y="321620"/>
                  </a:lnTo>
                  <a:lnTo>
                    <a:pt x="2786471" y="279570"/>
                  </a:lnTo>
                  <a:lnTo>
                    <a:pt x="2767194" y="239561"/>
                  </a:lnTo>
                  <a:lnTo>
                    <a:pt x="2744264" y="201823"/>
                  </a:lnTo>
                  <a:lnTo>
                    <a:pt x="2717911" y="166586"/>
                  </a:lnTo>
                  <a:lnTo>
                    <a:pt x="2688367" y="134080"/>
                  </a:lnTo>
                  <a:lnTo>
                    <a:pt x="2655861" y="104536"/>
                  </a:lnTo>
                  <a:lnTo>
                    <a:pt x="2620624" y="78183"/>
                  </a:lnTo>
                  <a:lnTo>
                    <a:pt x="2582886" y="55253"/>
                  </a:lnTo>
                  <a:lnTo>
                    <a:pt x="2542877" y="35976"/>
                  </a:lnTo>
                  <a:lnTo>
                    <a:pt x="2500827" y="20582"/>
                  </a:lnTo>
                  <a:lnTo>
                    <a:pt x="2456968" y="9301"/>
                  </a:lnTo>
                  <a:lnTo>
                    <a:pt x="2411528" y="2363"/>
                  </a:lnTo>
                  <a:lnTo>
                    <a:pt x="236474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213603" y="3793236"/>
              <a:ext cx="2822575" cy="2746375"/>
            </a:xfrm>
            <a:custGeom>
              <a:avLst/>
              <a:gdLst/>
              <a:ahLst/>
              <a:cxnLst/>
              <a:rect l="l" t="t" r="r" b="b"/>
              <a:pathLst>
                <a:path w="2822575" h="2746375">
                  <a:moveTo>
                    <a:pt x="0" y="457707"/>
                  </a:moveTo>
                  <a:lnTo>
                    <a:pt x="2363" y="410919"/>
                  </a:lnTo>
                  <a:lnTo>
                    <a:pt x="9301" y="365479"/>
                  </a:lnTo>
                  <a:lnTo>
                    <a:pt x="20582" y="321620"/>
                  </a:lnTo>
                  <a:lnTo>
                    <a:pt x="35976" y="279570"/>
                  </a:lnTo>
                  <a:lnTo>
                    <a:pt x="55253" y="239561"/>
                  </a:lnTo>
                  <a:lnTo>
                    <a:pt x="78183" y="201823"/>
                  </a:lnTo>
                  <a:lnTo>
                    <a:pt x="104536" y="166586"/>
                  </a:lnTo>
                  <a:lnTo>
                    <a:pt x="134080" y="134080"/>
                  </a:lnTo>
                  <a:lnTo>
                    <a:pt x="166586" y="104536"/>
                  </a:lnTo>
                  <a:lnTo>
                    <a:pt x="201823" y="78183"/>
                  </a:lnTo>
                  <a:lnTo>
                    <a:pt x="239561" y="55253"/>
                  </a:lnTo>
                  <a:lnTo>
                    <a:pt x="279570" y="35976"/>
                  </a:lnTo>
                  <a:lnTo>
                    <a:pt x="321620" y="20582"/>
                  </a:lnTo>
                  <a:lnTo>
                    <a:pt x="365479" y="9301"/>
                  </a:lnTo>
                  <a:lnTo>
                    <a:pt x="410919" y="2363"/>
                  </a:lnTo>
                  <a:lnTo>
                    <a:pt x="457708" y="0"/>
                  </a:lnTo>
                  <a:lnTo>
                    <a:pt x="2364740" y="0"/>
                  </a:lnTo>
                  <a:lnTo>
                    <a:pt x="2411528" y="2363"/>
                  </a:lnTo>
                  <a:lnTo>
                    <a:pt x="2456968" y="9301"/>
                  </a:lnTo>
                  <a:lnTo>
                    <a:pt x="2500827" y="20582"/>
                  </a:lnTo>
                  <a:lnTo>
                    <a:pt x="2542877" y="35976"/>
                  </a:lnTo>
                  <a:lnTo>
                    <a:pt x="2582886" y="55253"/>
                  </a:lnTo>
                  <a:lnTo>
                    <a:pt x="2620624" y="78183"/>
                  </a:lnTo>
                  <a:lnTo>
                    <a:pt x="2655861" y="104536"/>
                  </a:lnTo>
                  <a:lnTo>
                    <a:pt x="2688367" y="134080"/>
                  </a:lnTo>
                  <a:lnTo>
                    <a:pt x="2717911" y="166586"/>
                  </a:lnTo>
                  <a:lnTo>
                    <a:pt x="2744264" y="201823"/>
                  </a:lnTo>
                  <a:lnTo>
                    <a:pt x="2767194" y="239561"/>
                  </a:lnTo>
                  <a:lnTo>
                    <a:pt x="2786471" y="279570"/>
                  </a:lnTo>
                  <a:lnTo>
                    <a:pt x="2801865" y="321620"/>
                  </a:lnTo>
                  <a:lnTo>
                    <a:pt x="2813146" y="365479"/>
                  </a:lnTo>
                  <a:lnTo>
                    <a:pt x="2820084" y="410919"/>
                  </a:lnTo>
                  <a:lnTo>
                    <a:pt x="2822448" y="457707"/>
                  </a:lnTo>
                  <a:lnTo>
                    <a:pt x="2822448" y="2288527"/>
                  </a:lnTo>
                  <a:lnTo>
                    <a:pt x="2820084" y="2335326"/>
                  </a:lnTo>
                  <a:lnTo>
                    <a:pt x="2813146" y="2380774"/>
                  </a:lnTo>
                  <a:lnTo>
                    <a:pt x="2801865" y="2424639"/>
                  </a:lnTo>
                  <a:lnTo>
                    <a:pt x="2786471" y="2466693"/>
                  </a:lnTo>
                  <a:lnTo>
                    <a:pt x="2767194" y="2506704"/>
                  </a:lnTo>
                  <a:lnTo>
                    <a:pt x="2744264" y="2544443"/>
                  </a:lnTo>
                  <a:lnTo>
                    <a:pt x="2717911" y="2579680"/>
                  </a:lnTo>
                  <a:lnTo>
                    <a:pt x="2688367" y="2612185"/>
                  </a:lnTo>
                  <a:lnTo>
                    <a:pt x="2655861" y="2641727"/>
                  </a:lnTo>
                  <a:lnTo>
                    <a:pt x="2620624" y="2668076"/>
                  </a:lnTo>
                  <a:lnTo>
                    <a:pt x="2582886" y="2691003"/>
                  </a:lnTo>
                  <a:lnTo>
                    <a:pt x="2542877" y="2710278"/>
                  </a:lnTo>
                  <a:lnTo>
                    <a:pt x="2500827" y="2725669"/>
                  </a:lnTo>
                  <a:lnTo>
                    <a:pt x="2456968" y="2736948"/>
                  </a:lnTo>
                  <a:lnTo>
                    <a:pt x="2411528" y="2743884"/>
                  </a:lnTo>
                  <a:lnTo>
                    <a:pt x="2364740" y="2746248"/>
                  </a:lnTo>
                  <a:lnTo>
                    <a:pt x="457708" y="2746248"/>
                  </a:lnTo>
                  <a:lnTo>
                    <a:pt x="410919" y="2743884"/>
                  </a:lnTo>
                  <a:lnTo>
                    <a:pt x="365479" y="2736948"/>
                  </a:lnTo>
                  <a:lnTo>
                    <a:pt x="321620" y="2725669"/>
                  </a:lnTo>
                  <a:lnTo>
                    <a:pt x="279570" y="2710278"/>
                  </a:lnTo>
                  <a:lnTo>
                    <a:pt x="239561" y="2691003"/>
                  </a:lnTo>
                  <a:lnTo>
                    <a:pt x="201823" y="2668076"/>
                  </a:lnTo>
                  <a:lnTo>
                    <a:pt x="166586" y="2641727"/>
                  </a:lnTo>
                  <a:lnTo>
                    <a:pt x="134080" y="2612185"/>
                  </a:lnTo>
                  <a:lnTo>
                    <a:pt x="104536" y="2579680"/>
                  </a:lnTo>
                  <a:lnTo>
                    <a:pt x="78183" y="2544443"/>
                  </a:lnTo>
                  <a:lnTo>
                    <a:pt x="55253" y="2506704"/>
                  </a:lnTo>
                  <a:lnTo>
                    <a:pt x="35976" y="2466693"/>
                  </a:lnTo>
                  <a:lnTo>
                    <a:pt x="20582" y="2424639"/>
                  </a:lnTo>
                  <a:lnTo>
                    <a:pt x="9301" y="2380774"/>
                  </a:lnTo>
                  <a:lnTo>
                    <a:pt x="2363" y="2335326"/>
                  </a:lnTo>
                  <a:lnTo>
                    <a:pt x="0" y="2288527"/>
                  </a:lnTo>
                  <a:lnTo>
                    <a:pt x="0" y="45770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783834" y="3946397"/>
            <a:ext cx="1694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D0D0D"/>
                </a:solidFill>
                <a:latin typeface="Calibri"/>
                <a:cs typeface="Calibri"/>
              </a:rPr>
              <a:t>ENVIRONMENTAL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39155" y="4220717"/>
            <a:ext cx="23850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  <a:tabLst>
                <a:tab pos="1211580" algn="l"/>
              </a:tabLst>
            </a:pP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1.</a:t>
            </a:r>
            <a:r>
              <a:rPr dirty="0" sz="1800" spc="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Reduces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unnecessary</a:t>
            </a:r>
            <a:endParaRPr sz="1800">
              <a:latin typeface="Calibri"/>
              <a:cs typeface="Calibri"/>
            </a:endParaRPr>
          </a:p>
          <a:p>
            <a:pPr algn="r" marR="6350">
              <a:lnSpc>
                <a:spcPct val="100000"/>
              </a:lnSpc>
              <a:tabLst>
                <a:tab pos="791845" algn="l"/>
                <a:tab pos="1281430" algn="l"/>
              </a:tabLst>
            </a:pP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travel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0D0D0D"/>
                </a:solidFill>
                <a:latin typeface="Calibri"/>
                <a:cs typeface="Calibri"/>
              </a:rPr>
              <a:t>by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matching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68009" y="4769611"/>
            <a:ext cx="1760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students</a:t>
            </a:r>
            <a:r>
              <a:rPr dirty="0" sz="1800" spc="-6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to</a:t>
            </a:r>
            <a:r>
              <a:rPr dirty="0" sz="1800" spc="-3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nearby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39155" y="5043932"/>
            <a:ext cx="2384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757045" algn="l"/>
              </a:tabLst>
            </a:pP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2.</a:t>
            </a:r>
            <a:r>
              <a:rPr dirty="0" sz="1800" spc="2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Minimizes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paper-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68009" y="5318252"/>
            <a:ext cx="21545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07085" algn="l"/>
                <a:tab pos="1970405" algn="l"/>
              </a:tabLst>
            </a:pP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based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processes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25">
                <a:solidFill>
                  <a:srgbClr val="0D0D0D"/>
                </a:solidFill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68009" y="5592571"/>
            <a:ext cx="21545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internship</a:t>
            </a:r>
            <a:r>
              <a:rPr dirty="0" sz="1800" spc="1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668009" y="5866891"/>
            <a:ext cx="215455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02995" algn="l"/>
                <a:tab pos="1574165" algn="l"/>
              </a:tabLst>
            </a:pP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through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50">
                <a:solidFill>
                  <a:srgbClr val="0D0D0D"/>
                </a:solidFill>
                <a:latin typeface="Calibri"/>
                <a:cs typeface="Calibri"/>
              </a:rPr>
              <a:t>a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	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digital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platform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203947" y="2836151"/>
            <a:ext cx="2176145" cy="2363470"/>
            <a:chOff x="7203947" y="2836151"/>
            <a:chExt cx="2176145" cy="2363470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03947" y="2836151"/>
              <a:ext cx="882053" cy="86526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292466" y="2937510"/>
              <a:ext cx="760730" cy="711200"/>
            </a:xfrm>
            <a:custGeom>
              <a:avLst/>
              <a:gdLst/>
              <a:ahLst/>
              <a:cxnLst/>
              <a:rect l="l" t="t" r="r" b="b"/>
              <a:pathLst>
                <a:path w="760729" h="711200">
                  <a:moveTo>
                    <a:pt x="660273" y="676275"/>
                  </a:moveTo>
                  <a:lnTo>
                    <a:pt x="659764" y="676275"/>
                  </a:lnTo>
                  <a:lnTo>
                    <a:pt x="654684" y="701675"/>
                  </a:lnTo>
                  <a:lnTo>
                    <a:pt x="691133" y="707008"/>
                  </a:lnTo>
                  <a:lnTo>
                    <a:pt x="725804" y="709929"/>
                  </a:lnTo>
                  <a:lnTo>
                    <a:pt x="759967" y="711072"/>
                  </a:lnTo>
                  <a:lnTo>
                    <a:pt x="760729" y="685164"/>
                  </a:lnTo>
                  <a:lnTo>
                    <a:pt x="726693" y="684148"/>
                  </a:lnTo>
                  <a:lnTo>
                    <a:pt x="693419" y="681227"/>
                  </a:lnTo>
                  <a:lnTo>
                    <a:pt x="660273" y="676275"/>
                  </a:lnTo>
                  <a:close/>
                </a:path>
                <a:path w="760729" h="711200">
                  <a:moveTo>
                    <a:pt x="490474" y="622426"/>
                  </a:moveTo>
                  <a:lnTo>
                    <a:pt x="479298" y="645794"/>
                  </a:lnTo>
                  <a:lnTo>
                    <a:pt x="488187" y="649986"/>
                  </a:lnTo>
                  <a:lnTo>
                    <a:pt x="520953" y="663701"/>
                  </a:lnTo>
                  <a:lnTo>
                    <a:pt x="554227" y="676020"/>
                  </a:lnTo>
                  <a:lnTo>
                    <a:pt x="577850" y="683259"/>
                  </a:lnTo>
                  <a:lnTo>
                    <a:pt x="585469" y="658622"/>
                  </a:lnTo>
                  <a:lnTo>
                    <a:pt x="561848" y="651255"/>
                  </a:lnTo>
                  <a:lnTo>
                    <a:pt x="529843" y="639444"/>
                  </a:lnTo>
                  <a:lnTo>
                    <a:pt x="498221" y="626110"/>
                  </a:lnTo>
                  <a:lnTo>
                    <a:pt x="490474" y="622426"/>
                  </a:lnTo>
                  <a:close/>
                </a:path>
                <a:path w="760729" h="711200">
                  <a:moveTo>
                    <a:pt x="338200" y="529843"/>
                  </a:moveTo>
                  <a:lnTo>
                    <a:pt x="322325" y="550417"/>
                  </a:lnTo>
                  <a:lnTo>
                    <a:pt x="333755" y="559180"/>
                  </a:lnTo>
                  <a:lnTo>
                    <a:pt x="363092" y="580009"/>
                  </a:lnTo>
                  <a:lnTo>
                    <a:pt x="393318" y="599693"/>
                  </a:lnTo>
                  <a:lnTo>
                    <a:pt x="409575" y="609218"/>
                  </a:lnTo>
                  <a:lnTo>
                    <a:pt x="422655" y="586866"/>
                  </a:lnTo>
                  <a:lnTo>
                    <a:pt x="406526" y="577341"/>
                  </a:lnTo>
                  <a:lnTo>
                    <a:pt x="377316" y="558418"/>
                  </a:lnTo>
                  <a:lnTo>
                    <a:pt x="348741" y="538099"/>
                  </a:lnTo>
                  <a:lnTo>
                    <a:pt x="338200" y="529843"/>
                  </a:lnTo>
                  <a:close/>
                </a:path>
                <a:path w="760729" h="711200">
                  <a:moveTo>
                    <a:pt x="209296" y="406780"/>
                  </a:moveTo>
                  <a:lnTo>
                    <a:pt x="189610" y="423417"/>
                  </a:lnTo>
                  <a:lnTo>
                    <a:pt x="201549" y="437641"/>
                  </a:lnTo>
                  <a:lnTo>
                    <a:pt x="225932" y="464057"/>
                  </a:lnTo>
                  <a:lnTo>
                    <a:pt x="251205" y="489457"/>
                  </a:lnTo>
                  <a:lnTo>
                    <a:pt x="262127" y="499490"/>
                  </a:lnTo>
                  <a:lnTo>
                    <a:pt x="279653" y="480440"/>
                  </a:lnTo>
                  <a:lnTo>
                    <a:pt x="268731" y="470407"/>
                  </a:lnTo>
                  <a:lnTo>
                    <a:pt x="244221" y="445769"/>
                  </a:lnTo>
                  <a:lnTo>
                    <a:pt x="220725" y="420115"/>
                  </a:lnTo>
                  <a:lnTo>
                    <a:pt x="209296" y="406780"/>
                  </a:lnTo>
                  <a:close/>
                </a:path>
                <a:path w="760729" h="711200">
                  <a:moveTo>
                    <a:pt x="110871" y="258444"/>
                  </a:moveTo>
                  <a:lnTo>
                    <a:pt x="87883" y="270255"/>
                  </a:lnTo>
                  <a:lnTo>
                    <a:pt x="99694" y="293242"/>
                  </a:lnTo>
                  <a:lnTo>
                    <a:pt x="117221" y="323595"/>
                  </a:lnTo>
                  <a:lnTo>
                    <a:pt x="136271" y="353187"/>
                  </a:lnTo>
                  <a:lnTo>
                    <a:pt x="141604" y="360806"/>
                  </a:lnTo>
                  <a:lnTo>
                    <a:pt x="162813" y="345948"/>
                  </a:lnTo>
                  <a:lnTo>
                    <a:pt x="157479" y="338327"/>
                  </a:lnTo>
                  <a:lnTo>
                    <a:pt x="139064" y="309625"/>
                  </a:lnTo>
                  <a:lnTo>
                    <a:pt x="122174" y="280288"/>
                  </a:lnTo>
                  <a:lnTo>
                    <a:pt x="110871" y="258444"/>
                  </a:lnTo>
                  <a:close/>
                </a:path>
                <a:path w="760729" h="711200">
                  <a:moveTo>
                    <a:pt x="54228" y="91566"/>
                  </a:moveTo>
                  <a:lnTo>
                    <a:pt x="28575" y="94868"/>
                  </a:lnTo>
                  <a:lnTo>
                    <a:pt x="29336" y="100711"/>
                  </a:lnTo>
                  <a:lnTo>
                    <a:pt x="36575" y="133603"/>
                  </a:lnTo>
                  <a:lnTo>
                    <a:pt x="45592" y="166497"/>
                  </a:lnTo>
                  <a:lnTo>
                    <a:pt x="56133" y="197357"/>
                  </a:lnTo>
                  <a:lnTo>
                    <a:pt x="80644" y="188975"/>
                  </a:lnTo>
                  <a:lnTo>
                    <a:pt x="70103" y="158114"/>
                  </a:lnTo>
                  <a:lnTo>
                    <a:pt x="61467" y="126745"/>
                  </a:lnTo>
                  <a:lnTo>
                    <a:pt x="54609" y="95123"/>
                  </a:lnTo>
                  <a:lnTo>
                    <a:pt x="54228" y="91566"/>
                  </a:lnTo>
                  <a:close/>
                </a:path>
                <a:path w="760729" h="711200">
                  <a:moveTo>
                    <a:pt x="32638" y="0"/>
                  </a:moveTo>
                  <a:lnTo>
                    <a:pt x="0" y="80517"/>
                  </a:lnTo>
                  <a:lnTo>
                    <a:pt x="77469" y="74422"/>
                  </a:lnTo>
                  <a:lnTo>
                    <a:pt x="3263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15655" y="4143743"/>
              <a:ext cx="668756" cy="105576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036813" y="4165600"/>
              <a:ext cx="514984" cy="928369"/>
            </a:xfrm>
            <a:custGeom>
              <a:avLst/>
              <a:gdLst/>
              <a:ahLst/>
              <a:cxnLst/>
              <a:rect l="l" t="t" r="r" b="b"/>
              <a:pathLst>
                <a:path w="514984" h="928370">
                  <a:moveTo>
                    <a:pt x="488822" y="0"/>
                  </a:moveTo>
                  <a:lnTo>
                    <a:pt x="488060" y="42291"/>
                  </a:lnTo>
                  <a:lnTo>
                    <a:pt x="486028" y="84200"/>
                  </a:lnTo>
                  <a:lnTo>
                    <a:pt x="484377" y="102616"/>
                  </a:lnTo>
                  <a:lnTo>
                    <a:pt x="510285" y="104901"/>
                  </a:lnTo>
                  <a:lnTo>
                    <a:pt x="511809" y="85470"/>
                  </a:lnTo>
                  <a:lnTo>
                    <a:pt x="513968" y="42799"/>
                  </a:lnTo>
                  <a:lnTo>
                    <a:pt x="514730" y="507"/>
                  </a:lnTo>
                  <a:lnTo>
                    <a:pt x="488822" y="0"/>
                  </a:lnTo>
                  <a:close/>
                </a:path>
                <a:path w="514984" h="928370">
                  <a:moveTo>
                    <a:pt x="475868" y="179069"/>
                  </a:moveTo>
                  <a:lnTo>
                    <a:pt x="471550" y="208280"/>
                  </a:lnTo>
                  <a:lnTo>
                    <a:pt x="464311" y="248919"/>
                  </a:lnTo>
                  <a:lnTo>
                    <a:pt x="457580" y="280288"/>
                  </a:lnTo>
                  <a:lnTo>
                    <a:pt x="482980" y="285623"/>
                  </a:lnTo>
                  <a:lnTo>
                    <a:pt x="489711" y="253492"/>
                  </a:lnTo>
                  <a:lnTo>
                    <a:pt x="497204" y="212089"/>
                  </a:lnTo>
                  <a:lnTo>
                    <a:pt x="501522" y="182880"/>
                  </a:lnTo>
                  <a:lnTo>
                    <a:pt x="475868" y="179069"/>
                  </a:lnTo>
                  <a:close/>
                </a:path>
                <a:path w="514984" h="928370">
                  <a:moveTo>
                    <a:pt x="438911" y="354964"/>
                  </a:moveTo>
                  <a:lnTo>
                    <a:pt x="435355" y="367792"/>
                  </a:lnTo>
                  <a:lnTo>
                    <a:pt x="423544" y="406019"/>
                  </a:lnTo>
                  <a:lnTo>
                    <a:pt x="410717" y="443356"/>
                  </a:lnTo>
                  <a:lnTo>
                    <a:pt x="407415" y="452374"/>
                  </a:lnTo>
                  <a:lnTo>
                    <a:pt x="431672" y="461391"/>
                  </a:lnTo>
                  <a:lnTo>
                    <a:pt x="435228" y="451738"/>
                  </a:lnTo>
                  <a:lnTo>
                    <a:pt x="448309" y="413638"/>
                  </a:lnTo>
                  <a:lnTo>
                    <a:pt x="460375" y="374650"/>
                  </a:lnTo>
                  <a:lnTo>
                    <a:pt x="463930" y="361695"/>
                  </a:lnTo>
                  <a:lnTo>
                    <a:pt x="438911" y="354964"/>
                  </a:lnTo>
                  <a:close/>
                </a:path>
                <a:path w="514984" h="928370">
                  <a:moveTo>
                    <a:pt x="378586" y="523620"/>
                  </a:moveTo>
                  <a:lnTo>
                    <a:pt x="366902" y="549782"/>
                  </a:lnTo>
                  <a:lnTo>
                    <a:pt x="350646" y="583057"/>
                  </a:lnTo>
                  <a:lnTo>
                    <a:pt x="333375" y="615314"/>
                  </a:lnTo>
                  <a:lnTo>
                    <a:pt x="355726" y="628269"/>
                  </a:lnTo>
                  <a:lnTo>
                    <a:pt x="356488" y="627126"/>
                  </a:lnTo>
                  <a:lnTo>
                    <a:pt x="373887" y="594360"/>
                  </a:lnTo>
                  <a:lnTo>
                    <a:pt x="390525" y="560451"/>
                  </a:lnTo>
                  <a:lnTo>
                    <a:pt x="402335" y="534288"/>
                  </a:lnTo>
                  <a:lnTo>
                    <a:pt x="378586" y="523620"/>
                  </a:lnTo>
                  <a:close/>
                </a:path>
                <a:path w="514984" h="928370">
                  <a:moveTo>
                    <a:pt x="293369" y="680847"/>
                  </a:moveTo>
                  <a:lnTo>
                    <a:pt x="278256" y="702691"/>
                  </a:lnTo>
                  <a:lnTo>
                    <a:pt x="258699" y="728852"/>
                  </a:lnTo>
                  <a:lnTo>
                    <a:pt x="238505" y="753363"/>
                  </a:lnTo>
                  <a:lnTo>
                    <a:pt x="231139" y="761492"/>
                  </a:lnTo>
                  <a:lnTo>
                    <a:pt x="250443" y="778763"/>
                  </a:lnTo>
                  <a:lnTo>
                    <a:pt x="258571" y="769747"/>
                  </a:lnTo>
                  <a:lnTo>
                    <a:pt x="279400" y="744474"/>
                  </a:lnTo>
                  <a:lnTo>
                    <a:pt x="299719" y="717423"/>
                  </a:lnTo>
                  <a:lnTo>
                    <a:pt x="314705" y="695451"/>
                  </a:lnTo>
                  <a:lnTo>
                    <a:pt x="293369" y="680847"/>
                  </a:lnTo>
                  <a:close/>
                </a:path>
                <a:path w="514984" h="928370">
                  <a:moveTo>
                    <a:pt x="176783" y="814958"/>
                  </a:moveTo>
                  <a:lnTo>
                    <a:pt x="132079" y="847979"/>
                  </a:lnTo>
                  <a:lnTo>
                    <a:pt x="93344" y="868933"/>
                  </a:lnTo>
                  <a:lnTo>
                    <a:pt x="104139" y="892556"/>
                  </a:lnTo>
                  <a:lnTo>
                    <a:pt x="146811" y="869314"/>
                  </a:lnTo>
                  <a:lnTo>
                    <a:pt x="192785" y="835406"/>
                  </a:lnTo>
                  <a:lnTo>
                    <a:pt x="194055" y="834263"/>
                  </a:lnTo>
                  <a:lnTo>
                    <a:pt x="176783" y="814958"/>
                  </a:lnTo>
                  <a:close/>
                </a:path>
                <a:path w="514984" h="928370">
                  <a:moveTo>
                    <a:pt x="69722" y="851407"/>
                  </a:moveTo>
                  <a:lnTo>
                    <a:pt x="0" y="903351"/>
                  </a:lnTo>
                  <a:lnTo>
                    <a:pt x="83311" y="927862"/>
                  </a:lnTo>
                  <a:lnTo>
                    <a:pt x="69722" y="85140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1271" y="3057194"/>
              <a:ext cx="1488567" cy="1197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65007" y="3410737"/>
              <a:ext cx="1130452" cy="55598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952993" y="3096006"/>
              <a:ext cx="1374775" cy="1083945"/>
            </a:xfrm>
            <a:custGeom>
              <a:avLst/>
              <a:gdLst/>
              <a:ahLst/>
              <a:cxnLst/>
              <a:rect l="l" t="t" r="r" b="b"/>
              <a:pathLst>
                <a:path w="1374775" h="1083945">
                  <a:moveTo>
                    <a:pt x="687324" y="0"/>
                  </a:moveTo>
                  <a:lnTo>
                    <a:pt x="633609" y="1630"/>
                  </a:lnTo>
                  <a:lnTo>
                    <a:pt x="581025" y="6439"/>
                  </a:lnTo>
                  <a:lnTo>
                    <a:pt x="529725" y="14309"/>
                  </a:lnTo>
                  <a:lnTo>
                    <a:pt x="479861" y="25117"/>
                  </a:lnTo>
                  <a:lnTo>
                    <a:pt x="431587" y="38743"/>
                  </a:lnTo>
                  <a:lnTo>
                    <a:pt x="385054" y="55068"/>
                  </a:lnTo>
                  <a:lnTo>
                    <a:pt x="340416" y="73970"/>
                  </a:lnTo>
                  <a:lnTo>
                    <a:pt x="297826" y="95329"/>
                  </a:lnTo>
                  <a:lnTo>
                    <a:pt x="257436" y="119025"/>
                  </a:lnTo>
                  <a:lnTo>
                    <a:pt x="219399" y="144937"/>
                  </a:lnTo>
                  <a:lnTo>
                    <a:pt x="183868" y="172944"/>
                  </a:lnTo>
                  <a:lnTo>
                    <a:pt x="150995" y="202927"/>
                  </a:lnTo>
                  <a:lnTo>
                    <a:pt x="120935" y="234765"/>
                  </a:lnTo>
                  <a:lnTo>
                    <a:pt x="93838" y="268336"/>
                  </a:lnTo>
                  <a:lnTo>
                    <a:pt x="69859" y="303522"/>
                  </a:lnTo>
                  <a:lnTo>
                    <a:pt x="49150" y="340201"/>
                  </a:lnTo>
                  <a:lnTo>
                    <a:pt x="31863" y="378253"/>
                  </a:lnTo>
                  <a:lnTo>
                    <a:pt x="18152" y="417558"/>
                  </a:lnTo>
                  <a:lnTo>
                    <a:pt x="8169" y="457994"/>
                  </a:lnTo>
                  <a:lnTo>
                    <a:pt x="2067" y="499442"/>
                  </a:lnTo>
                  <a:lnTo>
                    <a:pt x="0" y="541782"/>
                  </a:lnTo>
                  <a:lnTo>
                    <a:pt x="2067" y="584121"/>
                  </a:lnTo>
                  <a:lnTo>
                    <a:pt x="8169" y="625569"/>
                  </a:lnTo>
                  <a:lnTo>
                    <a:pt x="18152" y="666005"/>
                  </a:lnTo>
                  <a:lnTo>
                    <a:pt x="31863" y="705310"/>
                  </a:lnTo>
                  <a:lnTo>
                    <a:pt x="49150" y="743362"/>
                  </a:lnTo>
                  <a:lnTo>
                    <a:pt x="69859" y="780041"/>
                  </a:lnTo>
                  <a:lnTo>
                    <a:pt x="93838" y="815227"/>
                  </a:lnTo>
                  <a:lnTo>
                    <a:pt x="120935" y="848798"/>
                  </a:lnTo>
                  <a:lnTo>
                    <a:pt x="150995" y="880636"/>
                  </a:lnTo>
                  <a:lnTo>
                    <a:pt x="183868" y="910619"/>
                  </a:lnTo>
                  <a:lnTo>
                    <a:pt x="219399" y="938626"/>
                  </a:lnTo>
                  <a:lnTo>
                    <a:pt x="257436" y="964538"/>
                  </a:lnTo>
                  <a:lnTo>
                    <a:pt x="297826" y="988234"/>
                  </a:lnTo>
                  <a:lnTo>
                    <a:pt x="340416" y="1009593"/>
                  </a:lnTo>
                  <a:lnTo>
                    <a:pt x="385054" y="1028495"/>
                  </a:lnTo>
                  <a:lnTo>
                    <a:pt x="431587" y="1044820"/>
                  </a:lnTo>
                  <a:lnTo>
                    <a:pt x="479861" y="1058446"/>
                  </a:lnTo>
                  <a:lnTo>
                    <a:pt x="529725" y="1069254"/>
                  </a:lnTo>
                  <a:lnTo>
                    <a:pt x="581025" y="1077124"/>
                  </a:lnTo>
                  <a:lnTo>
                    <a:pt x="633609" y="1081933"/>
                  </a:lnTo>
                  <a:lnTo>
                    <a:pt x="687324" y="1083564"/>
                  </a:lnTo>
                  <a:lnTo>
                    <a:pt x="741038" y="1081933"/>
                  </a:lnTo>
                  <a:lnTo>
                    <a:pt x="793622" y="1077124"/>
                  </a:lnTo>
                  <a:lnTo>
                    <a:pt x="844922" y="1069254"/>
                  </a:lnTo>
                  <a:lnTo>
                    <a:pt x="894786" y="1058446"/>
                  </a:lnTo>
                  <a:lnTo>
                    <a:pt x="943060" y="1044820"/>
                  </a:lnTo>
                  <a:lnTo>
                    <a:pt x="989593" y="1028495"/>
                  </a:lnTo>
                  <a:lnTo>
                    <a:pt x="1034231" y="1009593"/>
                  </a:lnTo>
                  <a:lnTo>
                    <a:pt x="1076821" y="988234"/>
                  </a:lnTo>
                  <a:lnTo>
                    <a:pt x="1117211" y="964538"/>
                  </a:lnTo>
                  <a:lnTo>
                    <a:pt x="1155248" y="938626"/>
                  </a:lnTo>
                  <a:lnTo>
                    <a:pt x="1190779" y="910619"/>
                  </a:lnTo>
                  <a:lnTo>
                    <a:pt x="1223652" y="880636"/>
                  </a:lnTo>
                  <a:lnTo>
                    <a:pt x="1253712" y="848798"/>
                  </a:lnTo>
                  <a:lnTo>
                    <a:pt x="1280809" y="815227"/>
                  </a:lnTo>
                  <a:lnTo>
                    <a:pt x="1304788" y="780041"/>
                  </a:lnTo>
                  <a:lnTo>
                    <a:pt x="1325497" y="743362"/>
                  </a:lnTo>
                  <a:lnTo>
                    <a:pt x="1342784" y="705310"/>
                  </a:lnTo>
                  <a:lnTo>
                    <a:pt x="1356495" y="666005"/>
                  </a:lnTo>
                  <a:lnTo>
                    <a:pt x="1366478" y="625569"/>
                  </a:lnTo>
                  <a:lnTo>
                    <a:pt x="1372580" y="584121"/>
                  </a:lnTo>
                  <a:lnTo>
                    <a:pt x="1374648" y="541782"/>
                  </a:lnTo>
                  <a:lnTo>
                    <a:pt x="1372580" y="499442"/>
                  </a:lnTo>
                  <a:lnTo>
                    <a:pt x="1366478" y="457994"/>
                  </a:lnTo>
                  <a:lnTo>
                    <a:pt x="1356495" y="417558"/>
                  </a:lnTo>
                  <a:lnTo>
                    <a:pt x="1342784" y="378253"/>
                  </a:lnTo>
                  <a:lnTo>
                    <a:pt x="1325497" y="340201"/>
                  </a:lnTo>
                  <a:lnTo>
                    <a:pt x="1304788" y="303522"/>
                  </a:lnTo>
                  <a:lnTo>
                    <a:pt x="1280809" y="268336"/>
                  </a:lnTo>
                  <a:lnTo>
                    <a:pt x="1253712" y="234765"/>
                  </a:lnTo>
                  <a:lnTo>
                    <a:pt x="1223652" y="202927"/>
                  </a:lnTo>
                  <a:lnTo>
                    <a:pt x="1190779" y="172944"/>
                  </a:lnTo>
                  <a:lnTo>
                    <a:pt x="1155248" y="144937"/>
                  </a:lnTo>
                  <a:lnTo>
                    <a:pt x="1117211" y="119025"/>
                  </a:lnTo>
                  <a:lnTo>
                    <a:pt x="1076821" y="95329"/>
                  </a:lnTo>
                  <a:lnTo>
                    <a:pt x="1034231" y="73970"/>
                  </a:lnTo>
                  <a:lnTo>
                    <a:pt x="989593" y="55068"/>
                  </a:lnTo>
                  <a:lnTo>
                    <a:pt x="943060" y="38743"/>
                  </a:lnTo>
                  <a:lnTo>
                    <a:pt x="894786" y="25117"/>
                  </a:lnTo>
                  <a:lnTo>
                    <a:pt x="844922" y="14309"/>
                  </a:lnTo>
                  <a:lnTo>
                    <a:pt x="793622" y="6439"/>
                  </a:lnTo>
                  <a:lnTo>
                    <a:pt x="741038" y="1630"/>
                  </a:lnTo>
                  <a:lnTo>
                    <a:pt x="687324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952993" y="3096006"/>
              <a:ext cx="1374775" cy="1083945"/>
            </a:xfrm>
            <a:custGeom>
              <a:avLst/>
              <a:gdLst/>
              <a:ahLst/>
              <a:cxnLst/>
              <a:rect l="l" t="t" r="r" b="b"/>
              <a:pathLst>
                <a:path w="1374775" h="1083945">
                  <a:moveTo>
                    <a:pt x="0" y="541782"/>
                  </a:moveTo>
                  <a:lnTo>
                    <a:pt x="2067" y="499442"/>
                  </a:lnTo>
                  <a:lnTo>
                    <a:pt x="8169" y="457994"/>
                  </a:lnTo>
                  <a:lnTo>
                    <a:pt x="18152" y="417558"/>
                  </a:lnTo>
                  <a:lnTo>
                    <a:pt x="31863" y="378253"/>
                  </a:lnTo>
                  <a:lnTo>
                    <a:pt x="49150" y="340201"/>
                  </a:lnTo>
                  <a:lnTo>
                    <a:pt x="69859" y="303522"/>
                  </a:lnTo>
                  <a:lnTo>
                    <a:pt x="93838" y="268336"/>
                  </a:lnTo>
                  <a:lnTo>
                    <a:pt x="120935" y="234765"/>
                  </a:lnTo>
                  <a:lnTo>
                    <a:pt x="150995" y="202927"/>
                  </a:lnTo>
                  <a:lnTo>
                    <a:pt x="183868" y="172944"/>
                  </a:lnTo>
                  <a:lnTo>
                    <a:pt x="219399" y="144937"/>
                  </a:lnTo>
                  <a:lnTo>
                    <a:pt x="257436" y="119025"/>
                  </a:lnTo>
                  <a:lnTo>
                    <a:pt x="297826" y="95329"/>
                  </a:lnTo>
                  <a:lnTo>
                    <a:pt x="340416" y="73970"/>
                  </a:lnTo>
                  <a:lnTo>
                    <a:pt x="385054" y="55068"/>
                  </a:lnTo>
                  <a:lnTo>
                    <a:pt x="431587" y="38743"/>
                  </a:lnTo>
                  <a:lnTo>
                    <a:pt x="479861" y="25117"/>
                  </a:lnTo>
                  <a:lnTo>
                    <a:pt x="529725" y="14309"/>
                  </a:lnTo>
                  <a:lnTo>
                    <a:pt x="581025" y="6439"/>
                  </a:lnTo>
                  <a:lnTo>
                    <a:pt x="633609" y="1630"/>
                  </a:lnTo>
                  <a:lnTo>
                    <a:pt x="687324" y="0"/>
                  </a:lnTo>
                  <a:lnTo>
                    <a:pt x="741038" y="1630"/>
                  </a:lnTo>
                  <a:lnTo>
                    <a:pt x="793622" y="6439"/>
                  </a:lnTo>
                  <a:lnTo>
                    <a:pt x="844922" y="14309"/>
                  </a:lnTo>
                  <a:lnTo>
                    <a:pt x="894786" y="25117"/>
                  </a:lnTo>
                  <a:lnTo>
                    <a:pt x="943060" y="38743"/>
                  </a:lnTo>
                  <a:lnTo>
                    <a:pt x="989593" y="55068"/>
                  </a:lnTo>
                  <a:lnTo>
                    <a:pt x="1034231" y="73970"/>
                  </a:lnTo>
                  <a:lnTo>
                    <a:pt x="1076821" y="95329"/>
                  </a:lnTo>
                  <a:lnTo>
                    <a:pt x="1117211" y="119025"/>
                  </a:lnTo>
                  <a:lnTo>
                    <a:pt x="1155248" y="144937"/>
                  </a:lnTo>
                  <a:lnTo>
                    <a:pt x="1190779" y="172944"/>
                  </a:lnTo>
                  <a:lnTo>
                    <a:pt x="1223652" y="202927"/>
                  </a:lnTo>
                  <a:lnTo>
                    <a:pt x="1253712" y="234765"/>
                  </a:lnTo>
                  <a:lnTo>
                    <a:pt x="1280809" y="268336"/>
                  </a:lnTo>
                  <a:lnTo>
                    <a:pt x="1304788" y="303522"/>
                  </a:lnTo>
                  <a:lnTo>
                    <a:pt x="1325497" y="340201"/>
                  </a:lnTo>
                  <a:lnTo>
                    <a:pt x="1342784" y="378253"/>
                  </a:lnTo>
                  <a:lnTo>
                    <a:pt x="1356495" y="417558"/>
                  </a:lnTo>
                  <a:lnTo>
                    <a:pt x="1366478" y="457994"/>
                  </a:lnTo>
                  <a:lnTo>
                    <a:pt x="1372580" y="499442"/>
                  </a:lnTo>
                  <a:lnTo>
                    <a:pt x="1374648" y="541782"/>
                  </a:lnTo>
                  <a:lnTo>
                    <a:pt x="1372580" y="584121"/>
                  </a:lnTo>
                  <a:lnTo>
                    <a:pt x="1366478" y="625569"/>
                  </a:lnTo>
                  <a:lnTo>
                    <a:pt x="1356495" y="666005"/>
                  </a:lnTo>
                  <a:lnTo>
                    <a:pt x="1342784" y="705310"/>
                  </a:lnTo>
                  <a:lnTo>
                    <a:pt x="1325497" y="743362"/>
                  </a:lnTo>
                  <a:lnTo>
                    <a:pt x="1304788" y="780041"/>
                  </a:lnTo>
                  <a:lnTo>
                    <a:pt x="1280809" y="815227"/>
                  </a:lnTo>
                  <a:lnTo>
                    <a:pt x="1253712" y="848798"/>
                  </a:lnTo>
                  <a:lnTo>
                    <a:pt x="1223652" y="880636"/>
                  </a:lnTo>
                  <a:lnTo>
                    <a:pt x="1190779" y="910619"/>
                  </a:lnTo>
                  <a:lnTo>
                    <a:pt x="1155248" y="938626"/>
                  </a:lnTo>
                  <a:lnTo>
                    <a:pt x="1117211" y="964538"/>
                  </a:lnTo>
                  <a:lnTo>
                    <a:pt x="1076821" y="988234"/>
                  </a:lnTo>
                  <a:lnTo>
                    <a:pt x="1034231" y="1009593"/>
                  </a:lnTo>
                  <a:lnTo>
                    <a:pt x="989593" y="1028495"/>
                  </a:lnTo>
                  <a:lnTo>
                    <a:pt x="943060" y="1044820"/>
                  </a:lnTo>
                  <a:lnTo>
                    <a:pt x="894786" y="1058446"/>
                  </a:lnTo>
                  <a:lnTo>
                    <a:pt x="844922" y="1069254"/>
                  </a:lnTo>
                  <a:lnTo>
                    <a:pt x="793622" y="1077124"/>
                  </a:lnTo>
                  <a:lnTo>
                    <a:pt x="741038" y="1081933"/>
                  </a:lnTo>
                  <a:lnTo>
                    <a:pt x="687324" y="1083564"/>
                  </a:lnTo>
                  <a:lnTo>
                    <a:pt x="633609" y="1081933"/>
                  </a:lnTo>
                  <a:lnTo>
                    <a:pt x="581025" y="1077124"/>
                  </a:lnTo>
                  <a:lnTo>
                    <a:pt x="529725" y="1069254"/>
                  </a:lnTo>
                  <a:lnTo>
                    <a:pt x="479861" y="1058446"/>
                  </a:lnTo>
                  <a:lnTo>
                    <a:pt x="431587" y="1044820"/>
                  </a:lnTo>
                  <a:lnTo>
                    <a:pt x="385054" y="1028495"/>
                  </a:lnTo>
                  <a:lnTo>
                    <a:pt x="340416" y="1009593"/>
                  </a:lnTo>
                  <a:lnTo>
                    <a:pt x="297826" y="988234"/>
                  </a:lnTo>
                  <a:lnTo>
                    <a:pt x="257436" y="964538"/>
                  </a:lnTo>
                  <a:lnTo>
                    <a:pt x="219399" y="938626"/>
                  </a:lnTo>
                  <a:lnTo>
                    <a:pt x="183868" y="910619"/>
                  </a:lnTo>
                  <a:lnTo>
                    <a:pt x="150995" y="880636"/>
                  </a:lnTo>
                  <a:lnTo>
                    <a:pt x="120935" y="848798"/>
                  </a:lnTo>
                  <a:lnTo>
                    <a:pt x="93838" y="815227"/>
                  </a:lnTo>
                  <a:lnTo>
                    <a:pt x="69859" y="780041"/>
                  </a:lnTo>
                  <a:lnTo>
                    <a:pt x="49150" y="743362"/>
                  </a:lnTo>
                  <a:lnTo>
                    <a:pt x="31863" y="705310"/>
                  </a:lnTo>
                  <a:lnTo>
                    <a:pt x="18152" y="666005"/>
                  </a:lnTo>
                  <a:lnTo>
                    <a:pt x="8169" y="625569"/>
                  </a:lnTo>
                  <a:lnTo>
                    <a:pt x="2067" y="584121"/>
                  </a:lnTo>
                  <a:lnTo>
                    <a:pt x="0" y="541782"/>
                  </a:lnTo>
                  <a:close/>
                </a:path>
              </a:pathLst>
            </a:custGeom>
            <a:ln w="38100">
              <a:solidFill>
                <a:srgbClr val="8EB4E2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8245475" y="3472942"/>
            <a:ext cx="793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BENEFIT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81940" y="1124724"/>
            <a:ext cx="10413365" cy="2534285"/>
            <a:chOff x="281940" y="1124724"/>
            <a:chExt cx="10413365" cy="2534285"/>
          </a:xfrm>
        </p:grpSpPr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46463" y="3206470"/>
              <a:ext cx="1648587" cy="45214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9088246" y="3229355"/>
              <a:ext cx="1496060" cy="297815"/>
            </a:xfrm>
            <a:custGeom>
              <a:avLst/>
              <a:gdLst/>
              <a:ahLst/>
              <a:cxnLst/>
              <a:rect l="l" t="t" r="r" b="b"/>
              <a:pathLst>
                <a:path w="1496059" h="297814">
                  <a:moveTo>
                    <a:pt x="253" y="0"/>
                  </a:moveTo>
                  <a:lnTo>
                    <a:pt x="0" y="25908"/>
                  </a:lnTo>
                  <a:lnTo>
                    <a:pt x="70103" y="26289"/>
                  </a:lnTo>
                  <a:lnTo>
                    <a:pt x="103504" y="26924"/>
                  </a:lnTo>
                  <a:lnTo>
                    <a:pt x="104012" y="1016"/>
                  </a:lnTo>
                  <a:lnTo>
                    <a:pt x="70357" y="381"/>
                  </a:lnTo>
                  <a:lnTo>
                    <a:pt x="253" y="0"/>
                  </a:lnTo>
                  <a:close/>
                </a:path>
                <a:path w="1496059" h="297814">
                  <a:moveTo>
                    <a:pt x="181863" y="2794"/>
                  </a:moveTo>
                  <a:lnTo>
                    <a:pt x="181101" y="28702"/>
                  </a:lnTo>
                  <a:lnTo>
                    <a:pt x="209550" y="29464"/>
                  </a:lnTo>
                  <a:lnTo>
                    <a:pt x="284352" y="32512"/>
                  </a:lnTo>
                  <a:lnTo>
                    <a:pt x="285623" y="6731"/>
                  </a:lnTo>
                  <a:lnTo>
                    <a:pt x="279653" y="6350"/>
                  </a:lnTo>
                  <a:lnTo>
                    <a:pt x="181863" y="2794"/>
                  </a:lnTo>
                  <a:close/>
                </a:path>
                <a:path w="1496059" h="297814">
                  <a:moveTo>
                    <a:pt x="363474" y="10795"/>
                  </a:moveTo>
                  <a:lnTo>
                    <a:pt x="361823" y="36703"/>
                  </a:lnTo>
                  <a:lnTo>
                    <a:pt x="465074" y="43561"/>
                  </a:lnTo>
                  <a:lnTo>
                    <a:pt x="466978" y="17780"/>
                  </a:lnTo>
                  <a:lnTo>
                    <a:pt x="416686" y="14097"/>
                  </a:lnTo>
                  <a:lnTo>
                    <a:pt x="363474" y="10795"/>
                  </a:lnTo>
                  <a:close/>
                </a:path>
                <a:path w="1496059" h="297814">
                  <a:moveTo>
                    <a:pt x="544576" y="24003"/>
                  </a:moveTo>
                  <a:lnTo>
                    <a:pt x="542417" y="49784"/>
                  </a:lnTo>
                  <a:lnTo>
                    <a:pt x="613409" y="56388"/>
                  </a:lnTo>
                  <a:lnTo>
                    <a:pt x="645286" y="59817"/>
                  </a:lnTo>
                  <a:lnTo>
                    <a:pt x="647953" y="34036"/>
                  </a:lnTo>
                  <a:lnTo>
                    <a:pt x="615823" y="30607"/>
                  </a:lnTo>
                  <a:lnTo>
                    <a:pt x="544576" y="24003"/>
                  </a:lnTo>
                  <a:close/>
                </a:path>
                <a:path w="1496059" h="297814">
                  <a:moveTo>
                    <a:pt x="725424" y="42799"/>
                  </a:moveTo>
                  <a:lnTo>
                    <a:pt x="722376" y="68453"/>
                  </a:lnTo>
                  <a:lnTo>
                    <a:pt x="800480" y="78232"/>
                  </a:lnTo>
                  <a:lnTo>
                    <a:pt x="824864" y="81788"/>
                  </a:lnTo>
                  <a:lnTo>
                    <a:pt x="828421" y="56134"/>
                  </a:lnTo>
                  <a:lnTo>
                    <a:pt x="803782" y="52578"/>
                  </a:lnTo>
                  <a:lnTo>
                    <a:pt x="742569" y="44704"/>
                  </a:lnTo>
                  <a:lnTo>
                    <a:pt x="725424" y="42799"/>
                  </a:lnTo>
                  <a:close/>
                </a:path>
                <a:path w="1496059" h="297814">
                  <a:moveTo>
                    <a:pt x="905509" y="67564"/>
                  </a:moveTo>
                  <a:lnTo>
                    <a:pt x="901573" y="93218"/>
                  </a:lnTo>
                  <a:lnTo>
                    <a:pt x="917194" y="95631"/>
                  </a:lnTo>
                  <a:lnTo>
                    <a:pt x="972820" y="104902"/>
                  </a:lnTo>
                  <a:lnTo>
                    <a:pt x="1003300" y="110490"/>
                  </a:lnTo>
                  <a:lnTo>
                    <a:pt x="1007999" y="84963"/>
                  </a:lnTo>
                  <a:lnTo>
                    <a:pt x="977010" y="79375"/>
                  </a:lnTo>
                  <a:lnTo>
                    <a:pt x="921130" y="69977"/>
                  </a:lnTo>
                  <a:lnTo>
                    <a:pt x="905509" y="67564"/>
                  </a:lnTo>
                  <a:close/>
                </a:path>
                <a:path w="1496059" h="297814">
                  <a:moveTo>
                    <a:pt x="1084706" y="99822"/>
                  </a:moveTo>
                  <a:lnTo>
                    <a:pt x="1079373" y="125222"/>
                  </a:lnTo>
                  <a:lnTo>
                    <a:pt x="1102232" y="130048"/>
                  </a:lnTo>
                  <a:lnTo>
                    <a:pt x="1149984" y="140716"/>
                  </a:lnTo>
                  <a:lnTo>
                    <a:pt x="1172845" y="146177"/>
                  </a:lnTo>
                  <a:lnTo>
                    <a:pt x="1179829" y="147955"/>
                  </a:lnTo>
                  <a:lnTo>
                    <a:pt x="1186179" y="122809"/>
                  </a:lnTo>
                  <a:lnTo>
                    <a:pt x="1155700" y="115443"/>
                  </a:lnTo>
                  <a:lnTo>
                    <a:pt x="1131951" y="109982"/>
                  </a:lnTo>
                  <a:lnTo>
                    <a:pt x="1084706" y="99822"/>
                  </a:lnTo>
                  <a:close/>
                </a:path>
                <a:path w="1496059" h="297814">
                  <a:moveTo>
                    <a:pt x="1261618" y="143256"/>
                  </a:moveTo>
                  <a:lnTo>
                    <a:pt x="1254505" y="168148"/>
                  </a:lnTo>
                  <a:lnTo>
                    <a:pt x="1257680" y="169037"/>
                  </a:lnTo>
                  <a:lnTo>
                    <a:pt x="1277111" y="174879"/>
                  </a:lnTo>
                  <a:lnTo>
                    <a:pt x="1295780" y="180848"/>
                  </a:lnTo>
                  <a:lnTo>
                    <a:pt x="1313687" y="186817"/>
                  </a:lnTo>
                  <a:lnTo>
                    <a:pt x="1347216" y="198882"/>
                  </a:lnTo>
                  <a:lnTo>
                    <a:pt x="1351533" y="200660"/>
                  </a:lnTo>
                  <a:lnTo>
                    <a:pt x="1361058" y="176530"/>
                  </a:lnTo>
                  <a:lnTo>
                    <a:pt x="1356232" y="174625"/>
                  </a:lnTo>
                  <a:lnTo>
                    <a:pt x="1321943" y="162179"/>
                  </a:lnTo>
                  <a:lnTo>
                    <a:pt x="1284604" y="150114"/>
                  </a:lnTo>
                  <a:lnTo>
                    <a:pt x="1264793" y="144145"/>
                  </a:lnTo>
                  <a:lnTo>
                    <a:pt x="1261618" y="143256"/>
                  </a:lnTo>
                  <a:close/>
                </a:path>
                <a:path w="1496059" h="297814">
                  <a:moveTo>
                    <a:pt x="1437877" y="243790"/>
                  </a:moveTo>
                  <a:lnTo>
                    <a:pt x="1418335" y="258318"/>
                  </a:lnTo>
                  <a:lnTo>
                    <a:pt x="1495932" y="297434"/>
                  </a:lnTo>
                  <a:lnTo>
                    <a:pt x="1488256" y="254381"/>
                  </a:lnTo>
                  <a:lnTo>
                    <a:pt x="1447800" y="254381"/>
                  </a:lnTo>
                  <a:lnTo>
                    <a:pt x="1437877" y="243790"/>
                  </a:lnTo>
                  <a:close/>
                </a:path>
                <a:path w="1496059" h="297814">
                  <a:moveTo>
                    <a:pt x="1458851" y="228199"/>
                  </a:moveTo>
                  <a:lnTo>
                    <a:pt x="1437877" y="243790"/>
                  </a:lnTo>
                  <a:lnTo>
                    <a:pt x="1447800" y="254381"/>
                  </a:lnTo>
                  <a:lnTo>
                    <a:pt x="1466723" y="236601"/>
                  </a:lnTo>
                  <a:lnTo>
                    <a:pt x="1458851" y="228199"/>
                  </a:lnTo>
                  <a:close/>
                </a:path>
                <a:path w="1496059" h="297814">
                  <a:moveTo>
                    <a:pt x="1480693" y="211963"/>
                  </a:moveTo>
                  <a:lnTo>
                    <a:pt x="1458851" y="228199"/>
                  </a:lnTo>
                  <a:lnTo>
                    <a:pt x="1466723" y="236601"/>
                  </a:lnTo>
                  <a:lnTo>
                    <a:pt x="1447800" y="254381"/>
                  </a:lnTo>
                  <a:lnTo>
                    <a:pt x="1488256" y="254381"/>
                  </a:lnTo>
                  <a:lnTo>
                    <a:pt x="1480693" y="211963"/>
                  </a:lnTo>
                  <a:close/>
                </a:path>
                <a:path w="1496059" h="297814">
                  <a:moveTo>
                    <a:pt x="1435487" y="241239"/>
                  </a:moveTo>
                  <a:lnTo>
                    <a:pt x="1437877" y="243790"/>
                  </a:lnTo>
                  <a:lnTo>
                    <a:pt x="1439861" y="242316"/>
                  </a:lnTo>
                  <a:lnTo>
                    <a:pt x="1437258" y="242316"/>
                  </a:lnTo>
                  <a:lnTo>
                    <a:pt x="1435487" y="241239"/>
                  </a:lnTo>
                  <a:close/>
                </a:path>
                <a:path w="1496059" h="297814">
                  <a:moveTo>
                    <a:pt x="1434592" y="240284"/>
                  </a:moveTo>
                  <a:lnTo>
                    <a:pt x="1435487" y="241239"/>
                  </a:lnTo>
                  <a:lnTo>
                    <a:pt x="1437258" y="242316"/>
                  </a:lnTo>
                  <a:lnTo>
                    <a:pt x="1434592" y="240284"/>
                  </a:lnTo>
                  <a:close/>
                </a:path>
                <a:path w="1496059" h="297814">
                  <a:moveTo>
                    <a:pt x="1442595" y="240284"/>
                  </a:moveTo>
                  <a:lnTo>
                    <a:pt x="1434592" y="240284"/>
                  </a:lnTo>
                  <a:lnTo>
                    <a:pt x="1437258" y="242316"/>
                  </a:lnTo>
                  <a:lnTo>
                    <a:pt x="1439861" y="242316"/>
                  </a:lnTo>
                  <a:lnTo>
                    <a:pt x="1442595" y="240284"/>
                  </a:lnTo>
                  <a:close/>
                </a:path>
                <a:path w="1496059" h="297814">
                  <a:moveTo>
                    <a:pt x="1433195" y="209804"/>
                  </a:moveTo>
                  <a:lnTo>
                    <a:pt x="1420495" y="232410"/>
                  </a:lnTo>
                  <a:lnTo>
                    <a:pt x="1427226" y="236220"/>
                  </a:lnTo>
                  <a:lnTo>
                    <a:pt x="1435487" y="241239"/>
                  </a:lnTo>
                  <a:lnTo>
                    <a:pt x="1434592" y="240284"/>
                  </a:lnTo>
                  <a:lnTo>
                    <a:pt x="1442595" y="240284"/>
                  </a:lnTo>
                  <a:lnTo>
                    <a:pt x="1458851" y="228199"/>
                  </a:lnTo>
                  <a:lnTo>
                    <a:pt x="1453514" y="222504"/>
                  </a:lnTo>
                  <a:lnTo>
                    <a:pt x="1452626" y="221615"/>
                  </a:lnTo>
                  <a:lnTo>
                    <a:pt x="1450848" y="220345"/>
                  </a:lnTo>
                  <a:lnTo>
                    <a:pt x="1439926" y="213614"/>
                  </a:lnTo>
                  <a:lnTo>
                    <a:pt x="1433195" y="20980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940" y="1127772"/>
              <a:ext cx="4670679" cy="55116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9100" y="1124724"/>
              <a:ext cx="4199763" cy="60907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29184" y="1152143"/>
              <a:ext cx="4585970" cy="466725"/>
            </a:xfrm>
            <a:custGeom>
              <a:avLst/>
              <a:gdLst/>
              <a:ahLst/>
              <a:cxnLst/>
              <a:rect l="l" t="t" r="r" b="b"/>
              <a:pathLst>
                <a:path w="4585970" h="466725">
                  <a:moveTo>
                    <a:pt x="4507992" y="0"/>
                  </a:moveTo>
                  <a:lnTo>
                    <a:pt x="77723" y="0"/>
                  </a:lnTo>
                  <a:lnTo>
                    <a:pt x="47470" y="6107"/>
                  </a:lnTo>
                  <a:lnTo>
                    <a:pt x="22764" y="22764"/>
                  </a:lnTo>
                  <a:lnTo>
                    <a:pt x="6107" y="47470"/>
                  </a:lnTo>
                  <a:lnTo>
                    <a:pt x="0" y="77723"/>
                  </a:lnTo>
                  <a:lnTo>
                    <a:pt x="0" y="388619"/>
                  </a:lnTo>
                  <a:lnTo>
                    <a:pt x="6107" y="418873"/>
                  </a:lnTo>
                  <a:lnTo>
                    <a:pt x="22764" y="443579"/>
                  </a:lnTo>
                  <a:lnTo>
                    <a:pt x="47470" y="460236"/>
                  </a:lnTo>
                  <a:lnTo>
                    <a:pt x="77723" y="466343"/>
                  </a:lnTo>
                  <a:lnTo>
                    <a:pt x="4507992" y="466343"/>
                  </a:lnTo>
                  <a:lnTo>
                    <a:pt x="4538245" y="460236"/>
                  </a:lnTo>
                  <a:lnTo>
                    <a:pt x="4562951" y="443579"/>
                  </a:lnTo>
                  <a:lnTo>
                    <a:pt x="4579608" y="418873"/>
                  </a:lnTo>
                  <a:lnTo>
                    <a:pt x="4585716" y="388619"/>
                  </a:lnTo>
                  <a:lnTo>
                    <a:pt x="4585716" y="77723"/>
                  </a:lnTo>
                  <a:lnTo>
                    <a:pt x="4579608" y="47470"/>
                  </a:lnTo>
                  <a:lnTo>
                    <a:pt x="4562951" y="22764"/>
                  </a:lnTo>
                  <a:lnTo>
                    <a:pt x="4538245" y="6107"/>
                  </a:lnTo>
                  <a:lnTo>
                    <a:pt x="4507992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29184" y="1152143"/>
              <a:ext cx="4585970" cy="466725"/>
            </a:xfrm>
            <a:custGeom>
              <a:avLst/>
              <a:gdLst/>
              <a:ahLst/>
              <a:cxnLst/>
              <a:rect l="l" t="t" r="r" b="b"/>
              <a:pathLst>
                <a:path w="4585970" h="466725">
                  <a:moveTo>
                    <a:pt x="0" y="77723"/>
                  </a:moveTo>
                  <a:lnTo>
                    <a:pt x="6107" y="47470"/>
                  </a:lnTo>
                  <a:lnTo>
                    <a:pt x="22764" y="22764"/>
                  </a:lnTo>
                  <a:lnTo>
                    <a:pt x="47470" y="6107"/>
                  </a:lnTo>
                  <a:lnTo>
                    <a:pt x="77723" y="0"/>
                  </a:lnTo>
                  <a:lnTo>
                    <a:pt x="4507992" y="0"/>
                  </a:lnTo>
                  <a:lnTo>
                    <a:pt x="4538245" y="6107"/>
                  </a:lnTo>
                  <a:lnTo>
                    <a:pt x="4562951" y="22764"/>
                  </a:lnTo>
                  <a:lnTo>
                    <a:pt x="4579608" y="47470"/>
                  </a:lnTo>
                  <a:lnTo>
                    <a:pt x="4585716" y="77723"/>
                  </a:lnTo>
                  <a:lnTo>
                    <a:pt x="4585716" y="388619"/>
                  </a:lnTo>
                  <a:lnTo>
                    <a:pt x="4579608" y="418873"/>
                  </a:lnTo>
                  <a:lnTo>
                    <a:pt x="4562951" y="443579"/>
                  </a:lnTo>
                  <a:lnTo>
                    <a:pt x="4538245" y="460236"/>
                  </a:lnTo>
                  <a:lnTo>
                    <a:pt x="4507992" y="466343"/>
                  </a:lnTo>
                  <a:lnTo>
                    <a:pt x="77723" y="466343"/>
                  </a:lnTo>
                  <a:lnTo>
                    <a:pt x="47470" y="460236"/>
                  </a:lnTo>
                  <a:lnTo>
                    <a:pt x="22764" y="443579"/>
                  </a:lnTo>
                  <a:lnTo>
                    <a:pt x="6107" y="418873"/>
                  </a:lnTo>
                  <a:lnTo>
                    <a:pt x="0" y="388619"/>
                  </a:lnTo>
                  <a:lnTo>
                    <a:pt x="0" y="7772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14781" y="1191513"/>
            <a:ext cx="38322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latin typeface="Calibri"/>
                <a:cs typeface="Calibri"/>
              </a:rPr>
              <a:t>IMPACT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TARGET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AUDIENCES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201168" y="1975104"/>
            <a:ext cx="3125470" cy="1468755"/>
            <a:chOff x="201168" y="1975104"/>
            <a:chExt cx="3125470" cy="1468755"/>
          </a:xfrm>
        </p:grpSpPr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1168" y="1975104"/>
              <a:ext cx="3125343" cy="133769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6220" y="2209838"/>
              <a:ext cx="3055239" cy="123402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48412" y="1999488"/>
              <a:ext cx="3040380" cy="1252855"/>
            </a:xfrm>
            <a:custGeom>
              <a:avLst/>
              <a:gdLst/>
              <a:ahLst/>
              <a:cxnLst/>
              <a:rect l="l" t="t" r="r" b="b"/>
              <a:pathLst>
                <a:path w="3040379" h="1252854">
                  <a:moveTo>
                    <a:pt x="2831592" y="0"/>
                  </a:moveTo>
                  <a:lnTo>
                    <a:pt x="208788" y="0"/>
                  </a:lnTo>
                  <a:lnTo>
                    <a:pt x="160913" y="5513"/>
                  </a:lnTo>
                  <a:lnTo>
                    <a:pt x="116965" y="21220"/>
                  </a:lnTo>
                  <a:lnTo>
                    <a:pt x="78199" y="45866"/>
                  </a:lnTo>
                  <a:lnTo>
                    <a:pt x="45866" y="78199"/>
                  </a:lnTo>
                  <a:lnTo>
                    <a:pt x="21220" y="116965"/>
                  </a:lnTo>
                  <a:lnTo>
                    <a:pt x="5513" y="160913"/>
                  </a:lnTo>
                  <a:lnTo>
                    <a:pt x="0" y="208787"/>
                  </a:lnTo>
                  <a:lnTo>
                    <a:pt x="0" y="1043939"/>
                  </a:lnTo>
                  <a:lnTo>
                    <a:pt x="5513" y="1091814"/>
                  </a:lnTo>
                  <a:lnTo>
                    <a:pt x="21220" y="1135762"/>
                  </a:lnTo>
                  <a:lnTo>
                    <a:pt x="45866" y="1174528"/>
                  </a:lnTo>
                  <a:lnTo>
                    <a:pt x="78199" y="1206861"/>
                  </a:lnTo>
                  <a:lnTo>
                    <a:pt x="116965" y="1231507"/>
                  </a:lnTo>
                  <a:lnTo>
                    <a:pt x="160913" y="1247214"/>
                  </a:lnTo>
                  <a:lnTo>
                    <a:pt x="208788" y="1252727"/>
                  </a:lnTo>
                  <a:lnTo>
                    <a:pt x="2831592" y="1252727"/>
                  </a:lnTo>
                  <a:lnTo>
                    <a:pt x="2879466" y="1247214"/>
                  </a:lnTo>
                  <a:lnTo>
                    <a:pt x="2923414" y="1231507"/>
                  </a:lnTo>
                  <a:lnTo>
                    <a:pt x="2962180" y="1206861"/>
                  </a:lnTo>
                  <a:lnTo>
                    <a:pt x="2994513" y="1174528"/>
                  </a:lnTo>
                  <a:lnTo>
                    <a:pt x="3019159" y="1135762"/>
                  </a:lnTo>
                  <a:lnTo>
                    <a:pt x="3034866" y="1091814"/>
                  </a:lnTo>
                  <a:lnTo>
                    <a:pt x="3040379" y="1043939"/>
                  </a:lnTo>
                  <a:lnTo>
                    <a:pt x="3040379" y="208787"/>
                  </a:lnTo>
                  <a:lnTo>
                    <a:pt x="3034866" y="160913"/>
                  </a:lnTo>
                  <a:lnTo>
                    <a:pt x="3019159" y="116965"/>
                  </a:lnTo>
                  <a:lnTo>
                    <a:pt x="2994513" y="78199"/>
                  </a:lnTo>
                  <a:lnTo>
                    <a:pt x="2962180" y="45866"/>
                  </a:lnTo>
                  <a:lnTo>
                    <a:pt x="2923414" y="21220"/>
                  </a:lnTo>
                  <a:lnTo>
                    <a:pt x="2879466" y="5513"/>
                  </a:lnTo>
                  <a:lnTo>
                    <a:pt x="2831592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48412" y="1999488"/>
              <a:ext cx="3040380" cy="1252855"/>
            </a:xfrm>
            <a:custGeom>
              <a:avLst/>
              <a:gdLst/>
              <a:ahLst/>
              <a:cxnLst/>
              <a:rect l="l" t="t" r="r" b="b"/>
              <a:pathLst>
                <a:path w="3040379" h="1252854">
                  <a:moveTo>
                    <a:pt x="0" y="208787"/>
                  </a:moveTo>
                  <a:lnTo>
                    <a:pt x="5513" y="160913"/>
                  </a:lnTo>
                  <a:lnTo>
                    <a:pt x="21220" y="116965"/>
                  </a:lnTo>
                  <a:lnTo>
                    <a:pt x="45866" y="78199"/>
                  </a:lnTo>
                  <a:lnTo>
                    <a:pt x="78199" y="45866"/>
                  </a:lnTo>
                  <a:lnTo>
                    <a:pt x="116965" y="21220"/>
                  </a:lnTo>
                  <a:lnTo>
                    <a:pt x="160913" y="5513"/>
                  </a:lnTo>
                  <a:lnTo>
                    <a:pt x="208788" y="0"/>
                  </a:lnTo>
                  <a:lnTo>
                    <a:pt x="2831592" y="0"/>
                  </a:lnTo>
                  <a:lnTo>
                    <a:pt x="2879466" y="5513"/>
                  </a:lnTo>
                  <a:lnTo>
                    <a:pt x="2923414" y="21220"/>
                  </a:lnTo>
                  <a:lnTo>
                    <a:pt x="2962180" y="45866"/>
                  </a:lnTo>
                  <a:lnTo>
                    <a:pt x="2994513" y="78199"/>
                  </a:lnTo>
                  <a:lnTo>
                    <a:pt x="3019159" y="116965"/>
                  </a:lnTo>
                  <a:lnTo>
                    <a:pt x="3034866" y="160913"/>
                  </a:lnTo>
                  <a:lnTo>
                    <a:pt x="3040379" y="208787"/>
                  </a:lnTo>
                  <a:lnTo>
                    <a:pt x="3040379" y="1043939"/>
                  </a:lnTo>
                  <a:lnTo>
                    <a:pt x="3034866" y="1091814"/>
                  </a:lnTo>
                  <a:lnTo>
                    <a:pt x="3019159" y="1135762"/>
                  </a:lnTo>
                  <a:lnTo>
                    <a:pt x="2994513" y="1174528"/>
                  </a:lnTo>
                  <a:lnTo>
                    <a:pt x="2962180" y="1206861"/>
                  </a:lnTo>
                  <a:lnTo>
                    <a:pt x="2923414" y="1231507"/>
                  </a:lnTo>
                  <a:lnTo>
                    <a:pt x="2879466" y="1247214"/>
                  </a:lnTo>
                  <a:lnTo>
                    <a:pt x="2831592" y="1252727"/>
                  </a:lnTo>
                  <a:lnTo>
                    <a:pt x="208788" y="1252727"/>
                  </a:lnTo>
                  <a:lnTo>
                    <a:pt x="160913" y="1247214"/>
                  </a:lnTo>
                  <a:lnTo>
                    <a:pt x="116965" y="1231507"/>
                  </a:lnTo>
                  <a:lnTo>
                    <a:pt x="78199" y="1206861"/>
                  </a:lnTo>
                  <a:lnTo>
                    <a:pt x="45866" y="1174528"/>
                  </a:lnTo>
                  <a:lnTo>
                    <a:pt x="21220" y="1135762"/>
                  </a:lnTo>
                  <a:lnTo>
                    <a:pt x="5513" y="1091814"/>
                  </a:lnTo>
                  <a:lnTo>
                    <a:pt x="0" y="1043939"/>
                  </a:lnTo>
                  <a:lnTo>
                    <a:pt x="0" y="20878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401116" y="2265425"/>
            <a:ext cx="274891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D0D0D"/>
                </a:solidFill>
                <a:latin typeface="Calibri"/>
                <a:cs typeface="Calibri"/>
              </a:rPr>
              <a:t>Bridging</a:t>
            </a:r>
            <a:r>
              <a:rPr dirty="0" sz="1600" spc="370" b="1">
                <a:solidFill>
                  <a:srgbClr val="0D0D0D"/>
                </a:solidFill>
                <a:latin typeface="Calibri"/>
                <a:cs typeface="Calibri"/>
              </a:rPr>
              <a:t>   </a:t>
            </a:r>
            <a:r>
              <a:rPr dirty="0" sz="1600" b="1">
                <a:solidFill>
                  <a:srgbClr val="0D0D0D"/>
                </a:solidFill>
                <a:latin typeface="Calibri"/>
                <a:cs typeface="Calibri"/>
              </a:rPr>
              <a:t>Opportunity</a:t>
            </a:r>
            <a:r>
              <a:rPr dirty="0" sz="1600" spc="370" b="1">
                <a:solidFill>
                  <a:srgbClr val="0D0D0D"/>
                </a:solidFill>
                <a:latin typeface="Calibri"/>
                <a:cs typeface="Calibri"/>
              </a:rPr>
              <a:t>   </a:t>
            </a:r>
            <a:r>
              <a:rPr dirty="0" sz="1600" spc="-20" b="1">
                <a:solidFill>
                  <a:srgbClr val="0D0D0D"/>
                </a:solidFill>
                <a:latin typeface="Calibri"/>
                <a:cs typeface="Calibri"/>
              </a:rPr>
              <a:t>Gaps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Ensures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fair</a:t>
            </a:r>
            <a:r>
              <a:rPr dirty="0" sz="1600" spc="-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access to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 internships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across</a:t>
            </a:r>
            <a:r>
              <a:rPr dirty="0" sz="1600" spc="100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Tier-2/Tier-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3</a:t>
            </a:r>
            <a:r>
              <a:rPr dirty="0" sz="1600" spc="100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60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1600" spc="100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600" spc="-20">
                <a:solidFill>
                  <a:srgbClr val="0D0D0D"/>
                </a:solidFill>
                <a:latin typeface="Calibri"/>
                <a:cs typeface="Calibri"/>
              </a:rPr>
              <a:t>metro </a:t>
            </a:r>
            <a:r>
              <a:rPr dirty="0" sz="1600" spc="-10">
                <a:solidFill>
                  <a:srgbClr val="0D0D0D"/>
                </a:solidFill>
                <a:latin typeface="Calibri"/>
                <a:cs typeface="Calibri"/>
              </a:rPr>
              <a:t>students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37972" y="3534155"/>
            <a:ext cx="3584575" cy="1639570"/>
            <a:chOff x="537972" y="3534155"/>
            <a:chExt cx="3584575" cy="1639570"/>
          </a:xfrm>
        </p:grpSpPr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7972" y="3534155"/>
              <a:ext cx="3584066" cy="146418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3880" y="3794759"/>
              <a:ext cx="3532251" cy="137883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85216" y="3558539"/>
              <a:ext cx="3499485" cy="1379220"/>
            </a:xfrm>
            <a:custGeom>
              <a:avLst/>
              <a:gdLst/>
              <a:ahLst/>
              <a:cxnLst/>
              <a:rect l="l" t="t" r="r" b="b"/>
              <a:pathLst>
                <a:path w="3499485" h="1379220">
                  <a:moveTo>
                    <a:pt x="3269234" y="0"/>
                  </a:moveTo>
                  <a:lnTo>
                    <a:pt x="229870" y="0"/>
                  </a:lnTo>
                  <a:lnTo>
                    <a:pt x="183544" y="4668"/>
                  </a:lnTo>
                  <a:lnTo>
                    <a:pt x="140396" y="18057"/>
                  </a:lnTo>
                  <a:lnTo>
                    <a:pt x="101349" y="39245"/>
                  </a:lnTo>
                  <a:lnTo>
                    <a:pt x="67329" y="67310"/>
                  </a:lnTo>
                  <a:lnTo>
                    <a:pt x="39259" y="101327"/>
                  </a:lnTo>
                  <a:lnTo>
                    <a:pt x="18064" y="140374"/>
                  </a:lnTo>
                  <a:lnTo>
                    <a:pt x="4670" y="183529"/>
                  </a:lnTo>
                  <a:lnTo>
                    <a:pt x="0" y="229870"/>
                  </a:lnTo>
                  <a:lnTo>
                    <a:pt x="0" y="1149350"/>
                  </a:lnTo>
                  <a:lnTo>
                    <a:pt x="4670" y="1195690"/>
                  </a:lnTo>
                  <a:lnTo>
                    <a:pt x="18064" y="1238845"/>
                  </a:lnTo>
                  <a:lnTo>
                    <a:pt x="39259" y="1277892"/>
                  </a:lnTo>
                  <a:lnTo>
                    <a:pt x="67329" y="1311910"/>
                  </a:lnTo>
                  <a:lnTo>
                    <a:pt x="101349" y="1339974"/>
                  </a:lnTo>
                  <a:lnTo>
                    <a:pt x="140396" y="1361162"/>
                  </a:lnTo>
                  <a:lnTo>
                    <a:pt x="183544" y="1374551"/>
                  </a:lnTo>
                  <a:lnTo>
                    <a:pt x="229870" y="1379220"/>
                  </a:lnTo>
                  <a:lnTo>
                    <a:pt x="3269234" y="1379220"/>
                  </a:lnTo>
                  <a:lnTo>
                    <a:pt x="3315574" y="1374551"/>
                  </a:lnTo>
                  <a:lnTo>
                    <a:pt x="3358729" y="1361162"/>
                  </a:lnTo>
                  <a:lnTo>
                    <a:pt x="3397776" y="1339974"/>
                  </a:lnTo>
                  <a:lnTo>
                    <a:pt x="3431794" y="1311910"/>
                  </a:lnTo>
                  <a:lnTo>
                    <a:pt x="3459858" y="1277892"/>
                  </a:lnTo>
                  <a:lnTo>
                    <a:pt x="3481046" y="1238845"/>
                  </a:lnTo>
                  <a:lnTo>
                    <a:pt x="3494435" y="1195690"/>
                  </a:lnTo>
                  <a:lnTo>
                    <a:pt x="3499104" y="1149350"/>
                  </a:lnTo>
                  <a:lnTo>
                    <a:pt x="3499104" y="229870"/>
                  </a:lnTo>
                  <a:lnTo>
                    <a:pt x="3494435" y="183529"/>
                  </a:lnTo>
                  <a:lnTo>
                    <a:pt x="3481046" y="140374"/>
                  </a:lnTo>
                  <a:lnTo>
                    <a:pt x="3459858" y="101327"/>
                  </a:lnTo>
                  <a:lnTo>
                    <a:pt x="3431794" y="67310"/>
                  </a:lnTo>
                  <a:lnTo>
                    <a:pt x="3397776" y="39245"/>
                  </a:lnTo>
                  <a:lnTo>
                    <a:pt x="3358729" y="18057"/>
                  </a:lnTo>
                  <a:lnTo>
                    <a:pt x="3315574" y="4668"/>
                  </a:lnTo>
                  <a:lnTo>
                    <a:pt x="326923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85216" y="3558539"/>
              <a:ext cx="3499485" cy="1379220"/>
            </a:xfrm>
            <a:custGeom>
              <a:avLst/>
              <a:gdLst/>
              <a:ahLst/>
              <a:cxnLst/>
              <a:rect l="l" t="t" r="r" b="b"/>
              <a:pathLst>
                <a:path w="3499485" h="1379220">
                  <a:moveTo>
                    <a:pt x="0" y="229870"/>
                  </a:moveTo>
                  <a:lnTo>
                    <a:pt x="4670" y="183529"/>
                  </a:lnTo>
                  <a:lnTo>
                    <a:pt x="18064" y="140374"/>
                  </a:lnTo>
                  <a:lnTo>
                    <a:pt x="39259" y="101327"/>
                  </a:lnTo>
                  <a:lnTo>
                    <a:pt x="67329" y="67310"/>
                  </a:lnTo>
                  <a:lnTo>
                    <a:pt x="101349" y="39245"/>
                  </a:lnTo>
                  <a:lnTo>
                    <a:pt x="140396" y="18057"/>
                  </a:lnTo>
                  <a:lnTo>
                    <a:pt x="183544" y="4668"/>
                  </a:lnTo>
                  <a:lnTo>
                    <a:pt x="229870" y="0"/>
                  </a:lnTo>
                  <a:lnTo>
                    <a:pt x="3269234" y="0"/>
                  </a:lnTo>
                  <a:lnTo>
                    <a:pt x="3315574" y="4668"/>
                  </a:lnTo>
                  <a:lnTo>
                    <a:pt x="3358729" y="18057"/>
                  </a:lnTo>
                  <a:lnTo>
                    <a:pt x="3397776" y="39245"/>
                  </a:lnTo>
                  <a:lnTo>
                    <a:pt x="3431794" y="67310"/>
                  </a:lnTo>
                  <a:lnTo>
                    <a:pt x="3459858" y="101327"/>
                  </a:lnTo>
                  <a:lnTo>
                    <a:pt x="3481046" y="140374"/>
                  </a:lnTo>
                  <a:lnTo>
                    <a:pt x="3494435" y="183529"/>
                  </a:lnTo>
                  <a:lnTo>
                    <a:pt x="3499104" y="229870"/>
                  </a:lnTo>
                  <a:lnTo>
                    <a:pt x="3499104" y="1149350"/>
                  </a:lnTo>
                  <a:lnTo>
                    <a:pt x="3494435" y="1195690"/>
                  </a:lnTo>
                  <a:lnTo>
                    <a:pt x="3481046" y="1238845"/>
                  </a:lnTo>
                  <a:lnTo>
                    <a:pt x="3459858" y="1277892"/>
                  </a:lnTo>
                  <a:lnTo>
                    <a:pt x="3431794" y="1311910"/>
                  </a:lnTo>
                  <a:lnTo>
                    <a:pt x="3397776" y="1339974"/>
                  </a:lnTo>
                  <a:lnTo>
                    <a:pt x="3358729" y="1361162"/>
                  </a:lnTo>
                  <a:lnTo>
                    <a:pt x="3315574" y="1374551"/>
                  </a:lnTo>
                  <a:lnTo>
                    <a:pt x="3269234" y="1379220"/>
                  </a:lnTo>
                  <a:lnTo>
                    <a:pt x="229870" y="1379220"/>
                  </a:lnTo>
                  <a:lnTo>
                    <a:pt x="183544" y="1374551"/>
                  </a:lnTo>
                  <a:lnTo>
                    <a:pt x="140396" y="1361162"/>
                  </a:lnTo>
                  <a:lnTo>
                    <a:pt x="101349" y="1339974"/>
                  </a:lnTo>
                  <a:lnTo>
                    <a:pt x="67329" y="1311910"/>
                  </a:lnTo>
                  <a:lnTo>
                    <a:pt x="39259" y="1277892"/>
                  </a:lnTo>
                  <a:lnTo>
                    <a:pt x="18064" y="1238845"/>
                  </a:lnTo>
                  <a:lnTo>
                    <a:pt x="4670" y="1195690"/>
                  </a:lnTo>
                  <a:lnTo>
                    <a:pt x="0" y="1149350"/>
                  </a:lnTo>
                  <a:lnTo>
                    <a:pt x="0" y="22987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743712" y="3857370"/>
            <a:ext cx="319532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0D0D"/>
                </a:solidFill>
                <a:latin typeface="Calibri"/>
                <a:cs typeface="Calibri"/>
              </a:rPr>
              <a:t>Efficient</a:t>
            </a:r>
            <a:r>
              <a:rPr dirty="0" sz="1800" spc="105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0D0D"/>
                </a:solidFill>
                <a:latin typeface="Calibri"/>
                <a:cs typeface="Calibri"/>
              </a:rPr>
              <a:t>Talent</a:t>
            </a:r>
            <a:r>
              <a:rPr dirty="0" sz="1800" spc="110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0D0D"/>
                </a:solidFill>
                <a:latin typeface="Calibri"/>
                <a:cs typeface="Calibri"/>
              </a:rPr>
              <a:t>Matching</a:t>
            </a:r>
            <a:r>
              <a:rPr dirty="0" sz="1800" spc="110" b="1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–</a:t>
            </a:r>
            <a:r>
              <a:rPr dirty="0" sz="1800" spc="114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0D0D0D"/>
                </a:solidFill>
                <a:latin typeface="Calibri"/>
                <a:cs typeface="Calibri"/>
              </a:rPr>
              <a:t>Saves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time</a:t>
            </a:r>
            <a:r>
              <a:rPr dirty="0" sz="1800" spc="455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dirty="0" sz="1800" spc="459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both</a:t>
            </a:r>
            <a:r>
              <a:rPr dirty="0" sz="1800" spc="459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students</a:t>
            </a:r>
            <a:r>
              <a:rPr dirty="0" sz="1800" spc="455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 spc="-25">
                <a:solidFill>
                  <a:srgbClr val="0D0D0D"/>
                </a:solidFill>
                <a:latin typeface="Calibri"/>
                <a:cs typeface="Calibri"/>
              </a:rPr>
              <a:t>and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organizations</a:t>
            </a:r>
            <a:r>
              <a:rPr dirty="0" sz="1800" spc="285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by</a:t>
            </a:r>
            <a:r>
              <a:rPr dirty="0" sz="1800" spc="280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aligning</a:t>
            </a:r>
            <a:r>
              <a:rPr dirty="0" sz="1800" spc="295">
                <a:solidFill>
                  <a:srgbClr val="0D0D0D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skills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with</a:t>
            </a:r>
            <a:r>
              <a:rPr dirty="0" sz="1800" spc="-4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opportunities.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35152" y="5149646"/>
            <a:ext cx="4047490" cy="1390015"/>
            <a:chOff x="835152" y="5149646"/>
            <a:chExt cx="4047490" cy="1390015"/>
          </a:xfrm>
        </p:grpSpPr>
        <p:pic>
          <p:nvPicPr>
            <p:cNvPr id="73" name="object 7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5152" y="5149646"/>
              <a:ext cx="4047363" cy="133616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4964" y="5434584"/>
              <a:ext cx="4007739" cy="1104607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882396" y="5173980"/>
              <a:ext cx="3962400" cy="1251585"/>
            </a:xfrm>
            <a:custGeom>
              <a:avLst/>
              <a:gdLst/>
              <a:ahLst/>
              <a:cxnLst/>
              <a:rect l="l" t="t" r="r" b="b"/>
              <a:pathLst>
                <a:path w="3962400" h="1251585">
                  <a:moveTo>
                    <a:pt x="3753866" y="0"/>
                  </a:moveTo>
                  <a:lnTo>
                    <a:pt x="208534" y="0"/>
                  </a:lnTo>
                  <a:lnTo>
                    <a:pt x="160717" y="5506"/>
                  </a:lnTo>
                  <a:lnTo>
                    <a:pt x="116823" y="21192"/>
                  </a:lnTo>
                  <a:lnTo>
                    <a:pt x="78104" y="45806"/>
                  </a:lnTo>
                  <a:lnTo>
                    <a:pt x="45810" y="78098"/>
                  </a:lnTo>
                  <a:lnTo>
                    <a:pt x="21194" y="116817"/>
                  </a:lnTo>
                  <a:lnTo>
                    <a:pt x="5507" y="160713"/>
                  </a:lnTo>
                  <a:lnTo>
                    <a:pt x="0" y="208534"/>
                  </a:lnTo>
                  <a:lnTo>
                    <a:pt x="0" y="1042670"/>
                  </a:lnTo>
                  <a:lnTo>
                    <a:pt x="5507" y="1090482"/>
                  </a:lnTo>
                  <a:lnTo>
                    <a:pt x="21194" y="1134375"/>
                  </a:lnTo>
                  <a:lnTo>
                    <a:pt x="45810" y="1173094"/>
                  </a:lnTo>
                  <a:lnTo>
                    <a:pt x="78104" y="1205389"/>
                  </a:lnTo>
                  <a:lnTo>
                    <a:pt x="116823" y="1230007"/>
                  </a:lnTo>
                  <a:lnTo>
                    <a:pt x="160717" y="1245696"/>
                  </a:lnTo>
                  <a:lnTo>
                    <a:pt x="208534" y="1251204"/>
                  </a:lnTo>
                  <a:lnTo>
                    <a:pt x="3753866" y="1251204"/>
                  </a:lnTo>
                  <a:lnTo>
                    <a:pt x="3801686" y="1245696"/>
                  </a:lnTo>
                  <a:lnTo>
                    <a:pt x="3845582" y="1230007"/>
                  </a:lnTo>
                  <a:lnTo>
                    <a:pt x="3884301" y="1205389"/>
                  </a:lnTo>
                  <a:lnTo>
                    <a:pt x="3916593" y="1173094"/>
                  </a:lnTo>
                  <a:lnTo>
                    <a:pt x="3941207" y="1134375"/>
                  </a:lnTo>
                  <a:lnTo>
                    <a:pt x="3956893" y="1090482"/>
                  </a:lnTo>
                  <a:lnTo>
                    <a:pt x="3962400" y="1042670"/>
                  </a:lnTo>
                  <a:lnTo>
                    <a:pt x="3962400" y="208534"/>
                  </a:lnTo>
                  <a:lnTo>
                    <a:pt x="3956893" y="160713"/>
                  </a:lnTo>
                  <a:lnTo>
                    <a:pt x="3941207" y="116817"/>
                  </a:lnTo>
                  <a:lnTo>
                    <a:pt x="3916593" y="78098"/>
                  </a:lnTo>
                  <a:lnTo>
                    <a:pt x="3884301" y="45806"/>
                  </a:lnTo>
                  <a:lnTo>
                    <a:pt x="3845582" y="21192"/>
                  </a:lnTo>
                  <a:lnTo>
                    <a:pt x="3801686" y="5506"/>
                  </a:lnTo>
                  <a:lnTo>
                    <a:pt x="3753866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2396" y="5173980"/>
              <a:ext cx="3962400" cy="1251585"/>
            </a:xfrm>
            <a:custGeom>
              <a:avLst/>
              <a:gdLst/>
              <a:ahLst/>
              <a:cxnLst/>
              <a:rect l="l" t="t" r="r" b="b"/>
              <a:pathLst>
                <a:path w="3962400" h="1251585">
                  <a:moveTo>
                    <a:pt x="0" y="208534"/>
                  </a:moveTo>
                  <a:lnTo>
                    <a:pt x="5507" y="160713"/>
                  </a:lnTo>
                  <a:lnTo>
                    <a:pt x="21194" y="116817"/>
                  </a:lnTo>
                  <a:lnTo>
                    <a:pt x="45810" y="78098"/>
                  </a:lnTo>
                  <a:lnTo>
                    <a:pt x="78104" y="45806"/>
                  </a:lnTo>
                  <a:lnTo>
                    <a:pt x="116823" y="21192"/>
                  </a:lnTo>
                  <a:lnTo>
                    <a:pt x="160717" y="5506"/>
                  </a:lnTo>
                  <a:lnTo>
                    <a:pt x="208534" y="0"/>
                  </a:lnTo>
                  <a:lnTo>
                    <a:pt x="3753866" y="0"/>
                  </a:lnTo>
                  <a:lnTo>
                    <a:pt x="3801686" y="5506"/>
                  </a:lnTo>
                  <a:lnTo>
                    <a:pt x="3845582" y="21192"/>
                  </a:lnTo>
                  <a:lnTo>
                    <a:pt x="3884301" y="45806"/>
                  </a:lnTo>
                  <a:lnTo>
                    <a:pt x="3916593" y="78098"/>
                  </a:lnTo>
                  <a:lnTo>
                    <a:pt x="3941207" y="116817"/>
                  </a:lnTo>
                  <a:lnTo>
                    <a:pt x="3956893" y="160713"/>
                  </a:lnTo>
                  <a:lnTo>
                    <a:pt x="3962400" y="208534"/>
                  </a:lnTo>
                  <a:lnTo>
                    <a:pt x="3962400" y="1042670"/>
                  </a:lnTo>
                  <a:lnTo>
                    <a:pt x="3956893" y="1090482"/>
                  </a:lnTo>
                  <a:lnTo>
                    <a:pt x="3941207" y="1134375"/>
                  </a:lnTo>
                  <a:lnTo>
                    <a:pt x="3916593" y="1173094"/>
                  </a:lnTo>
                  <a:lnTo>
                    <a:pt x="3884301" y="1205389"/>
                  </a:lnTo>
                  <a:lnTo>
                    <a:pt x="3845582" y="1230007"/>
                  </a:lnTo>
                  <a:lnTo>
                    <a:pt x="3801686" y="1245696"/>
                  </a:lnTo>
                  <a:lnTo>
                    <a:pt x="3753866" y="1251204"/>
                  </a:lnTo>
                  <a:lnTo>
                    <a:pt x="208534" y="1251204"/>
                  </a:lnTo>
                  <a:lnTo>
                    <a:pt x="160717" y="1245696"/>
                  </a:lnTo>
                  <a:lnTo>
                    <a:pt x="116823" y="1230007"/>
                  </a:lnTo>
                  <a:lnTo>
                    <a:pt x="78104" y="1205389"/>
                  </a:lnTo>
                  <a:lnTo>
                    <a:pt x="45810" y="1173094"/>
                  </a:lnTo>
                  <a:lnTo>
                    <a:pt x="21194" y="1134375"/>
                  </a:lnTo>
                  <a:lnTo>
                    <a:pt x="5507" y="1090482"/>
                  </a:lnTo>
                  <a:lnTo>
                    <a:pt x="0" y="1042670"/>
                  </a:lnTo>
                  <a:lnTo>
                    <a:pt x="0" y="208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1034186" y="5498083"/>
            <a:ext cx="36734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0D0D"/>
                </a:solidFill>
                <a:latin typeface="Calibri"/>
                <a:cs typeface="Calibri"/>
              </a:rPr>
              <a:t>Scalable &amp; Sustainable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– Digital, </a:t>
            </a:r>
            <a:r>
              <a:rPr dirty="0" sz="1800" spc="-25">
                <a:solidFill>
                  <a:srgbClr val="0D0D0D"/>
                </a:solidFill>
                <a:latin typeface="Calibri"/>
                <a:cs typeface="Calibri"/>
              </a:rPr>
              <a:t>AI-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driven</a:t>
            </a:r>
            <a:r>
              <a:rPr dirty="0" sz="1800" spc="21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process</a:t>
            </a:r>
            <a:r>
              <a:rPr dirty="0" sz="1800" spc="2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reduces</a:t>
            </a:r>
            <a:r>
              <a:rPr dirty="0" sz="1800" spc="229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manual</a:t>
            </a:r>
            <a:r>
              <a:rPr dirty="0" sz="1800" spc="24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effort,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costs,</a:t>
            </a:r>
            <a:r>
              <a:rPr dirty="0" sz="1800" spc="-6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dirty="0" sz="1800" spc="-25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environmental</a:t>
            </a:r>
            <a:r>
              <a:rPr dirty="0" sz="1800" spc="-5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D0D0D"/>
                </a:solidFill>
                <a:latin typeface="Calibri"/>
                <a:cs typeface="Calibri"/>
              </a:rPr>
              <a:t>impact.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100327" y="1298447"/>
            <a:ext cx="10482580" cy="4274820"/>
            <a:chOff x="1100327" y="1298447"/>
            <a:chExt cx="10482580" cy="4274820"/>
          </a:xfrm>
        </p:grpSpPr>
        <p:pic>
          <p:nvPicPr>
            <p:cNvPr id="79" name="object 7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57159" y="1298447"/>
              <a:ext cx="335279" cy="33527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216639" y="3573780"/>
              <a:ext cx="365759" cy="36576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70648" y="3896868"/>
              <a:ext cx="435864" cy="43434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88947" y="1958339"/>
              <a:ext cx="367284" cy="36880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35708" y="3561587"/>
              <a:ext cx="283463" cy="28346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16124" y="5160263"/>
              <a:ext cx="414527" cy="41300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459723" y="3148583"/>
              <a:ext cx="376427" cy="37795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0327" y="1612341"/>
              <a:ext cx="232994" cy="520877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182623" y="1634489"/>
              <a:ext cx="78105" cy="367030"/>
            </a:xfrm>
            <a:custGeom>
              <a:avLst/>
              <a:gdLst/>
              <a:ahLst/>
              <a:cxnLst/>
              <a:rect l="l" t="t" r="r" b="b"/>
              <a:pathLst>
                <a:path w="78105" h="367030">
                  <a:moveTo>
                    <a:pt x="25907" y="289179"/>
                  </a:moveTo>
                  <a:lnTo>
                    <a:pt x="0" y="289179"/>
                  </a:lnTo>
                  <a:lnTo>
                    <a:pt x="38862" y="366902"/>
                  </a:lnTo>
                  <a:lnTo>
                    <a:pt x="71247" y="302133"/>
                  </a:lnTo>
                  <a:lnTo>
                    <a:pt x="25907" y="302133"/>
                  </a:lnTo>
                  <a:lnTo>
                    <a:pt x="25907" y="289179"/>
                  </a:lnTo>
                  <a:close/>
                </a:path>
                <a:path w="78105" h="367030">
                  <a:moveTo>
                    <a:pt x="51815" y="0"/>
                  </a:moveTo>
                  <a:lnTo>
                    <a:pt x="25907" y="0"/>
                  </a:lnTo>
                  <a:lnTo>
                    <a:pt x="25907" y="302133"/>
                  </a:lnTo>
                  <a:lnTo>
                    <a:pt x="51815" y="302133"/>
                  </a:lnTo>
                  <a:lnTo>
                    <a:pt x="51815" y="0"/>
                  </a:lnTo>
                  <a:close/>
                </a:path>
                <a:path w="78105" h="367030">
                  <a:moveTo>
                    <a:pt x="77723" y="289179"/>
                  </a:moveTo>
                  <a:lnTo>
                    <a:pt x="51815" y="289179"/>
                  </a:lnTo>
                  <a:lnTo>
                    <a:pt x="51815" y="302133"/>
                  </a:lnTo>
                  <a:lnTo>
                    <a:pt x="71247" y="302133"/>
                  </a:lnTo>
                  <a:lnTo>
                    <a:pt x="77723" y="28917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384804" y="1612391"/>
              <a:ext cx="231533" cy="206616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465576" y="1634362"/>
              <a:ext cx="78105" cy="1913889"/>
            </a:xfrm>
            <a:custGeom>
              <a:avLst/>
              <a:gdLst/>
              <a:ahLst/>
              <a:cxnLst/>
              <a:rect l="l" t="t" r="r" b="b"/>
              <a:pathLst>
                <a:path w="78104" h="1913889">
                  <a:moveTo>
                    <a:pt x="25863" y="1836039"/>
                  </a:moveTo>
                  <a:lnTo>
                    <a:pt x="0" y="1836420"/>
                  </a:lnTo>
                  <a:lnTo>
                    <a:pt x="39877" y="1913509"/>
                  </a:lnTo>
                  <a:lnTo>
                    <a:pt x="71088" y="1848992"/>
                  </a:lnTo>
                  <a:lnTo>
                    <a:pt x="26035" y="1848992"/>
                  </a:lnTo>
                  <a:lnTo>
                    <a:pt x="25868" y="1836420"/>
                  </a:lnTo>
                  <a:lnTo>
                    <a:pt x="25863" y="1836039"/>
                  </a:lnTo>
                  <a:close/>
                </a:path>
                <a:path w="78104" h="1913889">
                  <a:moveTo>
                    <a:pt x="51771" y="1835658"/>
                  </a:moveTo>
                  <a:lnTo>
                    <a:pt x="25863" y="1836039"/>
                  </a:lnTo>
                  <a:lnTo>
                    <a:pt x="26029" y="1848612"/>
                  </a:lnTo>
                  <a:lnTo>
                    <a:pt x="26035" y="1848992"/>
                  </a:lnTo>
                  <a:lnTo>
                    <a:pt x="51943" y="1848612"/>
                  </a:lnTo>
                  <a:lnTo>
                    <a:pt x="51781" y="1836420"/>
                  </a:lnTo>
                  <a:lnTo>
                    <a:pt x="51771" y="1835658"/>
                  </a:lnTo>
                  <a:close/>
                </a:path>
                <a:path w="78104" h="1913889">
                  <a:moveTo>
                    <a:pt x="77724" y="1835277"/>
                  </a:moveTo>
                  <a:lnTo>
                    <a:pt x="51771" y="1835658"/>
                  </a:lnTo>
                  <a:lnTo>
                    <a:pt x="51943" y="1848612"/>
                  </a:lnTo>
                  <a:lnTo>
                    <a:pt x="26035" y="1848992"/>
                  </a:lnTo>
                  <a:lnTo>
                    <a:pt x="71088" y="1848992"/>
                  </a:lnTo>
                  <a:lnTo>
                    <a:pt x="77724" y="1835277"/>
                  </a:lnTo>
                  <a:close/>
                </a:path>
                <a:path w="78104" h="1913889">
                  <a:moveTo>
                    <a:pt x="27432" y="0"/>
                  </a:moveTo>
                  <a:lnTo>
                    <a:pt x="1524" y="253"/>
                  </a:lnTo>
                  <a:lnTo>
                    <a:pt x="25853" y="1835277"/>
                  </a:lnTo>
                  <a:lnTo>
                    <a:pt x="25863" y="1836039"/>
                  </a:lnTo>
                  <a:lnTo>
                    <a:pt x="51771" y="1835658"/>
                  </a:lnTo>
                  <a:lnTo>
                    <a:pt x="27435" y="253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12920" y="1652015"/>
              <a:ext cx="240322" cy="365417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355592" y="1675383"/>
              <a:ext cx="123189" cy="3499485"/>
            </a:xfrm>
            <a:custGeom>
              <a:avLst/>
              <a:gdLst/>
              <a:ahLst/>
              <a:cxnLst/>
              <a:rect l="l" t="t" r="r" b="b"/>
              <a:pathLst>
                <a:path w="123189" h="3499485">
                  <a:moveTo>
                    <a:pt x="71103" y="3421592"/>
                  </a:moveTo>
                  <a:lnTo>
                    <a:pt x="45212" y="3422141"/>
                  </a:lnTo>
                  <a:lnTo>
                    <a:pt x="85725" y="3498977"/>
                  </a:lnTo>
                  <a:lnTo>
                    <a:pt x="116252" y="3434588"/>
                  </a:lnTo>
                  <a:lnTo>
                    <a:pt x="71374" y="3434588"/>
                  </a:lnTo>
                  <a:lnTo>
                    <a:pt x="71115" y="3422141"/>
                  </a:lnTo>
                  <a:lnTo>
                    <a:pt x="71103" y="3421592"/>
                  </a:lnTo>
                  <a:close/>
                </a:path>
                <a:path w="123189" h="3499485">
                  <a:moveTo>
                    <a:pt x="97013" y="3421041"/>
                  </a:moveTo>
                  <a:lnTo>
                    <a:pt x="71103" y="3421592"/>
                  </a:lnTo>
                  <a:lnTo>
                    <a:pt x="71360" y="3433953"/>
                  </a:lnTo>
                  <a:lnTo>
                    <a:pt x="71374" y="3434588"/>
                  </a:lnTo>
                  <a:lnTo>
                    <a:pt x="97282" y="3433953"/>
                  </a:lnTo>
                  <a:lnTo>
                    <a:pt x="97036" y="3422141"/>
                  </a:lnTo>
                  <a:lnTo>
                    <a:pt x="97013" y="3421041"/>
                  </a:lnTo>
                  <a:close/>
                </a:path>
                <a:path w="123189" h="3499485">
                  <a:moveTo>
                    <a:pt x="122936" y="3420491"/>
                  </a:moveTo>
                  <a:lnTo>
                    <a:pt x="97013" y="3421041"/>
                  </a:lnTo>
                  <a:lnTo>
                    <a:pt x="97282" y="3433953"/>
                  </a:lnTo>
                  <a:lnTo>
                    <a:pt x="71374" y="3434588"/>
                  </a:lnTo>
                  <a:lnTo>
                    <a:pt x="116252" y="3434588"/>
                  </a:lnTo>
                  <a:lnTo>
                    <a:pt x="122936" y="3420491"/>
                  </a:lnTo>
                  <a:close/>
                </a:path>
                <a:path w="123189" h="3499485">
                  <a:moveTo>
                    <a:pt x="25908" y="0"/>
                  </a:moveTo>
                  <a:lnTo>
                    <a:pt x="0" y="507"/>
                  </a:lnTo>
                  <a:lnTo>
                    <a:pt x="71081" y="3420491"/>
                  </a:lnTo>
                  <a:lnTo>
                    <a:pt x="71103" y="3421592"/>
                  </a:lnTo>
                  <a:lnTo>
                    <a:pt x="97013" y="3421041"/>
                  </a:lnTo>
                  <a:lnTo>
                    <a:pt x="25918" y="507"/>
                  </a:lnTo>
                  <a:lnTo>
                    <a:pt x="259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5079"/>
            <a:ext cx="12192000" cy="502920"/>
            <a:chOff x="0" y="6355079"/>
            <a:chExt cx="12192000" cy="502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6418"/>
              <a:ext cx="12187174" cy="4768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55079"/>
              <a:ext cx="12192000" cy="502920"/>
            </a:xfrm>
            <a:custGeom>
              <a:avLst/>
              <a:gdLst/>
              <a:ahLst/>
              <a:cxnLst/>
              <a:rect l="l" t="t" r="r" b="b"/>
              <a:pathLst>
                <a:path w="12192000" h="502920">
                  <a:moveTo>
                    <a:pt x="12192000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12192000" y="50292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675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 spc="-10"/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95075" y="6431076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7051" y="6431076"/>
            <a:ext cx="22866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@SIH</a:t>
            </a:r>
            <a:r>
              <a:rPr dirty="0" sz="12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Idea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submission-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Template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7160" y="80772"/>
            <a:ext cx="1580515" cy="832485"/>
            <a:chOff x="137160" y="80772"/>
            <a:chExt cx="1580515" cy="832485"/>
          </a:xfrm>
        </p:grpSpPr>
        <p:sp>
          <p:nvSpPr>
            <p:cNvPr id="9" name="object 9"/>
            <p:cNvSpPr/>
            <p:nvPr/>
          </p:nvSpPr>
          <p:spPr>
            <a:xfrm>
              <a:off x="150114" y="93726"/>
              <a:ext cx="1554480" cy="806450"/>
            </a:xfrm>
            <a:custGeom>
              <a:avLst/>
              <a:gdLst/>
              <a:ahLst/>
              <a:cxnLst/>
              <a:rect l="l" t="t" r="r" b="b"/>
              <a:pathLst>
                <a:path w="1554480" h="806450">
                  <a:moveTo>
                    <a:pt x="777240" y="0"/>
                  </a:moveTo>
                  <a:lnTo>
                    <a:pt x="716498" y="1212"/>
                  </a:lnTo>
                  <a:lnTo>
                    <a:pt x="657036" y="4791"/>
                  </a:lnTo>
                  <a:lnTo>
                    <a:pt x="599025" y="10645"/>
                  </a:lnTo>
                  <a:lnTo>
                    <a:pt x="542638" y="18686"/>
                  </a:lnTo>
                  <a:lnTo>
                    <a:pt x="488048" y="28824"/>
                  </a:lnTo>
                  <a:lnTo>
                    <a:pt x="435428" y="40970"/>
                  </a:lnTo>
                  <a:lnTo>
                    <a:pt x="384951" y="55033"/>
                  </a:lnTo>
                  <a:lnTo>
                    <a:pt x="336789" y="70924"/>
                  </a:lnTo>
                  <a:lnTo>
                    <a:pt x="291115" y="88554"/>
                  </a:lnTo>
                  <a:lnTo>
                    <a:pt x="248102" y="107832"/>
                  </a:lnTo>
                  <a:lnTo>
                    <a:pt x="207922" y="128670"/>
                  </a:lnTo>
                  <a:lnTo>
                    <a:pt x="170750" y="150978"/>
                  </a:lnTo>
                  <a:lnTo>
                    <a:pt x="136756" y="174665"/>
                  </a:lnTo>
                  <a:lnTo>
                    <a:pt x="106115" y="199643"/>
                  </a:lnTo>
                  <a:lnTo>
                    <a:pt x="55580" y="253113"/>
                  </a:lnTo>
                  <a:lnTo>
                    <a:pt x="20527" y="310669"/>
                  </a:lnTo>
                  <a:lnTo>
                    <a:pt x="2338" y="371595"/>
                  </a:lnTo>
                  <a:lnTo>
                    <a:pt x="0" y="403098"/>
                  </a:lnTo>
                  <a:lnTo>
                    <a:pt x="2338" y="434600"/>
                  </a:lnTo>
                  <a:lnTo>
                    <a:pt x="20527" y="495526"/>
                  </a:lnTo>
                  <a:lnTo>
                    <a:pt x="55580" y="553082"/>
                  </a:lnTo>
                  <a:lnTo>
                    <a:pt x="106115" y="606552"/>
                  </a:lnTo>
                  <a:lnTo>
                    <a:pt x="136756" y="631530"/>
                  </a:lnTo>
                  <a:lnTo>
                    <a:pt x="170750" y="655217"/>
                  </a:lnTo>
                  <a:lnTo>
                    <a:pt x="207922" y="677525"/>
                  </a:lnTo>
                  <a:lnTo>
                    <a:pt x="248102" y="698363"/>
                  </a:lnTo>
                  <a:lnTo>
                    <a:pt x="291115" y="717641"/>
                  </a:lnTo>
                  <a:lnTo>
                    <a:pt x="336789" y="735271"/>
                  </a:lnTo>
                  <a:lnTo>
                    <a:pt x="384951" y="751162"/>
                  </a:lnTo>
                  <a:lnTo>
                    <a:pt x="435428" y="765225"/>
                  </a:lnTo>
                  <a:lnTo>
                    <a:pt x="488048" y="777371"/>
                  </a:lnTo>
                  <a:lnTo>
                    <a:pt x="542638" y="787509"/>
                  </a:lnTo>
                  <a:lnTo>
                    <a:pt x="599025" y="795550"/>
                  </a:lnTo>
                  <a:lnTo>
                    <a:pt x="657036" y="801404"/>
                  </a:lnTo>
                  <a:lnTo>
                    <a:pt x="716498" y="804983"/>
                  </a:lnTo>
                  <a:lnTo>
                    <a:pt x="777240" y="806196"/>
                  </a:lnTo>
                  <a:lnTo>
                    <a:pt x="837981" y="804983"/>
                  </a:lnTo>
                  <a:lnTo>
                    <a:pt x="897443" y="801404"/>
                  </a:lnTo>
                  <a:lnTo>
                    <a:pt x="955454" y="795550"/>
                  </a:lnTo>
                  <a:lnTo>
                    <a:pt x="1011841" y="787509"/>
                  </a:lnTo>
                  <a:lnTo>
                    <a:pt x="1066431" y="777371"/>
                  </a:lnTo>
                  <a:lnTo>
                    <a:pt x="1119051" y="765225"/>
                  </a:lnTo>
                  <a:lnTo>
                    <a:pt x="1169528" y="751162"/>
                  </a:lnTo>
                  <a:lnTo>
                    <a:pt x="1217690" y="735271"/>
                  </a:lnTo>
                  <a:lnTo>
                    <a:pt x="1263364" y="717641"/>
                  </a:lnTo>
                  <a:lnTo>
                    <a:pt x="1306377" y="698363"/>
                  </a:lnTo>
                  <a:lnTo>
                    <a:pt x="1346557" y="677525"/>
                  </a:lnTo>
                  <a:lnTo>
                    <a:pt x="1383729" y="655217"/>
                  </a:lnTo>
                  <a:lnTo>
                    <a:pt x="1417723" y="631530"/>
                  </a:lnTo>
                  <a:lnTo>
                    <a:pt x="1448364" y="606552"/>
                  </a:lnTo>
                  <a:lnTo>
                    <a:pt x="1498899" y="553082"/>
                  </a:lnTo>
                  <a:lnTo>
                    <a:pt x="1533952" y="495526"/>
                  </a:lnTo>
                  <a:lnTo>
                    <a:pt x="1552141" y="434600"/>
                  </a:lnTo>
                  <a:lnTo>
                    <a:pt x="1554480" y="403098"/>
                  </a:lnTo>
                  <a:lnTo>
                    <a:pt x="1552141" y="371595"/>
                  </a:lnTo>
                  <a:lnTo>
                    <a:pt x="1533952" y="310669"/>
                  </a:lnTo>
                  <a:lnTo>
                    <a:pt x="1498899" y="253113"/>
                  </a:lnTo>
                  <a:lnTo>
                    <a:pt x="1448364" y="199644"/>
                  </a:lnTo>
                  <a:lnTo>
                    <a:pt x="1417723" y="174665"/>
                  </a:lnTo>
                  <a:lnTo>
                    <a:pt x="1383729" y="150978"/>
                  </a:lnTo>
                  <a:lnTo>
                    <a:pt x="1346557" y="128670"/>
                  </a:lnTo>
                  <a:lnTo>
                    <a:pt x="1306377" y="107832"/>
                  </a:lnTo>
                  <a:lnTo>
                    <a:pt x="1263364" y="88554"/>
                  </a:lnTo>
                  <a:lnTo>
                    <a:pt x="1217690" y="70924"/>
                  </a:lnTo>
                  <a:lnTo>
                    <a:pt x="1169528" y="55033"/>
                  </a:lnTo>
                  <a:lnTo>
                    <a:pt x="1119051" y="40970"/>
                  </a:lnTo>
                  <a:lnTo>
                    <a:pt x="1066431" y="28824"/>
                  </a:lnTo>
                  <a:lnTo>
                    <a:pt x="1011841" y="18686"/>
                  </a:lnTo>
                  <a:lnTo>
                    <a:pt x="955454" y="10645"/>
                  </a:lnTo>
                  <a:lnTo>
                    <a:pt x="897443" y="4791"/>
                  </a:lnTo>
                  <a:lnTo>
                    <a:pt x="837981" y="1212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0114" y="93726"/>
              <a:ext cx="1554480" cy="806450"/>
            </a:xfrm>
            <a:custGeom>
              <a:avLst/>
              <a:gdLst/>
              <a:ahLst/>
              <a:cxnLst/>
              <a:rect l="l" t="t" r="r" b="b"/>
              <a:pathLst>
                <a:path w="1554480" h="806450">
                  <a:moveTo>
                    <a:pt x="0" y="403098"/>
                  </a:moveTo>
                  <a:lnTo>
                    <a:pt x="9238" y="340755"/>
                  </a:lnTo>
                  <a:lnTo>
                    <a:pt x="36032" y="281425"/>
                  </a:lnTo>
                  <a:lnTo>
                    <a:pt x="78999" y="225823"/>
                  </a:lnTo>
                  <a:lnTo>
                    <a:pt x="136756" y="174665"/>
                  </a:lnTo>
                  <a:lnTo>
                    <a:pt x="170750" y="150978"/>
                  </a:lnTo>
                  <a:lnTo>
                    <a:pt x="207922" y="128670"/>
                  </a:lnTo>
                  <a:lnTo>
                    <a:pt x="248102" y="107832"/>
                  </a:lnTo>
                  <a:lnTo>
                    <a:pt x="291115" y="88554"/>
                  </a:lnTo>
                  <a:lnTo>
                    <a:pt x="336789" y="70924"/>
                  </a:lnTo>
                  <a:lnTo>
                    <a:pt x="384951" y="55033"/>
                  </a:lnTo>
                  <a:lnTo>
                    <a:pt x="435428" y="40970"/>
                  </a:lnTo>
                  <a:lnTo>
                    <a:pt x="488048" y="28824"/>
                  </a:lnTo>
                  <a:lnTo>
                    <a:pt x="542638" y="18686"/>
                  </a:lnTo>
                  <a:lnTo>
                    <a:pt x="599025" y="10645"/>
                  </a:lnTo>
                  <a:lnTo>
                    <a:pt x="657036" y="4791"/>
                  </a:lnTo>
                  <a:lnTo>
                    <a:pt x="716498" y="1212"/>
                  </a:lnTo>
                  <a:lnTo>
                    <a:pt x="777240" y="0"/>
                  </a:lnTo>
                  <a:lnTo>
                    <a:pt x="837981" y="1212"/>
                  </a:lnTo>
                  <a:lnTo>
                    <a:pt x="897443" y="4791"/>
                  </a:lnTo>
                  <a:lnTo>
                    <a:pt x="955454" y="10645"/>
                  </a:lnTo>
                  <a:lnTo>
                    <a:pt x="1011841" y="18686"/>
                  </a:lnTo>
                  <a:lnTo>
                    <a:pt x="1066431" y="28824"/>
                  </a:lnTo>
                  <a:lnTo>
                    <a:pt x="1119051" y="40970"/>
                  </a:lnTo>
                  <a:lnTo>
                    <a:pt x="1169528" y="55033"/>
                  </a:lnTo>
                  <a:lnTo>
                    <a:pt x="1217690" y="70924"/>
                  </a:lnTo>
                  <a:lnTo>
                    <a:pt x="1263364" y="88554"/>
                  </a:lnTo>
                  <a:lnTo>
                    <a:pt x="1306377" y="107832"/>
                  </a:lnTo>
                  <a:lnTo>
                    <a:pt x="1346557" y="128670"/>
                  </a:lnTo>
                  <a:lnTo>
                    <a:pt x="1383729" y="150978"/>
                  </a:lnTo>
                  <a:lnTo>
                    <a:pt x="1417723" y="174665"/>
                  </a:lnTo>
                  <a:lnTo>
                    <a:pt x="1448364" y="199644"/>
                  </a:lnTo>
                  <a:lnTo>
                    <a:pt x="1498899" y="253113"/>
                  </a:lnTo>
                  <a:lnTo>
                    <a:pt x="1533952" y="310669"/>
                  </a:lnTo>
                  <a:lnTo>
                    <a:pt x="1552141" y="371595"/>
                  </a:lnTo>
                  <a:lnTo>
                    <a:pt x="1554480" y="403098"/>
                  </a:lnTo>
                  <a:lnTo>
                    <a:pt x="1552141" y="434600"/>
                  </a:lnTo>
                  <a:lnTo>
                    <a:pt x="1533952" y="495526"/>
                  </a:lnTo>
                  <a:lnTo>
                    <a:pt x="1498899" y="553082"/>
                  </a:lnTo>
                  <a:lnTo>
                    <a:pt x="1448364" y="606552"/>
                  </a:lnTo>
                  <a:lnTo>
                    <a:pt x="1417723" y="631530"/>
                  </a:lnTo>
                  <a:lnTo>
                    <a:pt x="1383729" y="655217"/>
                  </a:lnTo>
                  <a:lnTo>
                    <a:pt x="1346557" y="677525"/>
                  </a:lnTo>
                  <a:lnTo>
                    <a:pt x="1306377" y="698363"/>
                  </a:lnTo>
                  <a:lnTo>
                    <a:pt x="1263364" y="717641"/>
                  </a:lnTo>
                  <a:lnTo>
                    <a:pt x="1217690" y="735271"/>
                  </a:lnTo>
                  <a:lnTo>
                    <a:pt x="1169528" y="751162"/>
                  </a:lnTo>
                  <a:lnTo>
                    <a:pt x="1119051" y="765225"/>
                  </a:lnTo>
                  <a:lnTo>
                    <a:pt x="1066431" y="777371"/>
                  </a:lnTo>
                  <a:lnTo>
                    <a:pt x="1011841" y="787509"/>
                  </a:lnTo>
                  <a:lnTo>
                    <a:pt x="955454" y="795550"/>
                  </a:lnTo>
                  <a:lnTo>
                    <a:pt x="897443" y="801404"/>
                  </a:lnTo>
                  <a:lnTo>
                    <a:pt x="837981" y="804983"/>
                  </a:lnTo>
                  <a:lnTo>
                    <a:pt x="777240" y="806196"/>
                  </a:lnTo>
                  <a:lnTo>
                    <a:pt x="716498" y="804983"/>
                  </a:lnTo>
                  <a:lnTo>
                    <a:pt x="657036" y="801404"/>
                  </a:lnTo>
                  <a:lnTo>
                    <a:pt x="599025" y="795550"/>
                  </a:lnTo>
                  <a:lnTo>
                    <a:pt x="542638" y="787509"/>
                  </a:lnTo>
                  <a:lnTo>
                    <a:pt x="488048" y="777371"/>
                  </a:lnTo>
                  <a:lnTo>
                    <a:pt x="435428" y="765225"/>
                  </a:lnTo>
                  <a:lnTo>
                    <a:pt x="384951" y="751162"/>
                  </a:lnTo>
                  <a:lnTo>
                    <a:pt x="336789" y="735271"/>
                  </a:lnTo>
                  <a:lnTo>
                    <a:pt x="291115" y="717641"/>
                  </a:lnTo>
                  <a:lnTo>
                    <a:pt x="248102" y="698363"/>
                  </a:lnTo>
                  <a:lnTo>
                    <a:pt x="207922" y="677525"/>
                  </a:lnTo>
                  <a:lnTo>
                    <a:pt x="170750" y="655217"/>
                  </a:lnTo>
                  <a:lnTo>
                    <a:pt x="136756" y="631530"/>
                  </a:lnTo>
                  <a:lnTo>
                    <a:pt x="106115" y="606552"/>
                  </a:lnTo>
                  <a:lnTo>
                    <a:pt x="55580" y="553082"/>
                  </a:lnTo>
                  <a:lnTo>
                    <a:pt x="20527" y="495526"/>
                  </a:lnTo>
                  <a:lnTo>
                    <a:pt x="2338" y="434600"/>
                  </a:lnTo>
                  <a:lnTo>
                    <a:pt x="0" y="403098"/>
                  </a:lnTo>
                  <a:close/>
                </a:path>
              </a:pathLst>
            </a:custGeom>
            <a:ln w="25907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66115" y="331089"/>
            <a:ext cx="773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latin typeface="Calibri"/>
                <a:cs typeface="Calibri"/>
              </a:rPr>
              <a:t>MATRIX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 descr="https://www.sih.gov.in/img1/SIH-Logo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6393" y="117430"/>
            <a:ext cx="2159474" cy="1001102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63652" y="1367015"/>
            <a:ext cx="11655425" cy="4873625"/>
            <a:chOff x="263652" y="1367015"/>
            <a:chExt cx="11655425" cy="487362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652" y="1367015"/>
              <a:ext cx="11655171" cy="487337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0896" y="1391411"/>
              <a:ext cx="11570335" cy="4788535"/>
            </a:xfrm>
            <a:custGeom>
              <a:avLst/>
              <a:gdLst/>
              <a:ahLst/>
              <a:cxnLst/>
              <a:rect l="l" t="t" r="r" b="b"/>
              <a:pathLst>
                <a:path w="11570335" h="4788535">
                  <a:moveTo>
                    <a:pt x="11570208" y="0"/>
                  </a:moveTo>
                  <a:lnTo>
                    <a:pt x="0" y="0"/>
                  </a:lnTo>
                  <a:lnTo>
                    <a:pt x="0" y="4788408"/>
                  </a:lnTo>
                  <a:lnTo>
                    <a:pt x="11570208" y="4788408"/>
                  </a:lnTo>
                  <a:lnTo>
                    <a:pt x="115702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0896" y="1391411"/>
              <a:ext cx="11570335" cy="4788535"/>
            </a:xfrm>
            <a:custGeom>
              <a:avLst/>
              <a:gdLst/>
              <a:ahLst/>
              <a:cxnLst/>
              <a:rect l="l" t="t" r="r" b="b"/>
              <a:pathLst>
                <a:path w="11570335" h="4788535">
                  <a:moveTo>
                    <a:pt x="0" y="4788408"/>
                  </a:moveTo>
                  <a:lnTo>
                    <a:pt x="11570208" y="4788408"/>
                  </a:lnTo>
                  <a:lnTo>
                    <a:pt x="11570208" y="0"/>
                  </a:lnTo>
                  <a:lnTo>
                    <a:pt x="0" y="0"/>
                  </a:lnTo>
                  <a:lnTo>
                    <a:pt x="0" y="478840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60" y="1447800"/>
              <a:ext cx="11140059" cy="17445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484" y="1472184"/>
              <a:ext cx="11211687" cy="167601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27304" y="1472184"/>
              <a:ext cx="11055350" cy="1659889"/>
            </a:xfrm>
            <a:custGeom>
              <a:avLst/>
              <a:gdLst/>
              <a:ahLst/>
              <a:cxnLst/>
              <a:rect l="l" t="t" r="r" b="b"/>
              <a:pathLst>
                <a:path w="11055350" h="1659889">
                  <a:moveTo>
                    <a:pt x="10778490" y="0"/>
                  </a:moveTo>
                  <a:lnTo>
                    <a:pt x="276605" y="0"/>
                  </a:lnTo>
                  <a:lnTo>
                    <a:pt x="226884" y="4455"/>
                  </a:lnTo>
                  <a:lnTo>
                    <a:pt x="180087" y="17303"/>
                  </a:lnTo>
                  <a:lnTo>
                    <a:pt x="136996" y="37761"/>
                  </a:lnTo>
                  <a:lnTo>
                    <a:pt x="98391" y="65049"/>
                  </a:lnTo>
                  <a:lnTo>
                    <a:pt x="65053" y="98385"/>
                  </a:lnTo>
                  <a:lnTo>
                    <a:pt x="37764" y="136990"/>
                  </a:lnTo>
                  <a:lnTo>
                    <a:pt x="17304" y="180082"/>
                  </a:lnTo>
                  <a:lnTo>
                    <a:pt x="4456" y="226881"/>
                  </a:lnTo>
                  <a:lnTo>
                    <a:pt x="0" y="276605"/>
                  </a:lnTo>
                  <a:lnTo>
                    <a:pt x="0" y="1383029"/>
                  </a:lnTo>
                  <a:lnTo>
                    <a:pt x="4456" y="1432754"/>
                  </a:lnTo>
                  <a:lnTo>
                    <a:pt x="17304" y="1479553"/>
                  </a:lnTo>
                  <a:lnTo>
                    <a:pt x="37764" y="1522645"/>
                  </a:lnTo>
                  <a:lnTo>
                    <a:pt x="65053" y="1561250"/>
                  </a:lnTo>
                  <a:lnTo>
                    <a:pt x="98391" y="1594586"/>
                  </a:lnTo>
                  <a:lnTo>
                    <a:pt x="136996" y="1621874"/>
                  </a:lnTo>
                  <a:lnTo>
                    <a:pt x="180087" y="1642332"/>
                  </a:lnTo>
                  <a:lnTo>
                    <a:pt x="226884" y="1655180"/>
                  </a:lnTo>
                  <a:lnTo>
                    <a:pt x="276605" y="1659636"/>
                  </a:lnTo>
                  <a:lnTo>
                    <a:pt x="10778490" y="1659636"/>
                  </a:lnTo>
                  <a:lnTo>
                    <a:pt x="10828214" y="1655180"/>
                  </a:lnTo>
                  <a:lnTo>
                    <a:pt x="10875013" y="1642332"/>
                  </a:lnTo>
                  <a:lnTo>
                    <a:pt x="10918105" y="1621874"/>
                  </a:lnTo>
                  <a:lnTo>
                    <a:pt x="10956710" y="1594586"/>
                  </a:lnTo>
                  <a:lnTo>
                    <a:pt x="10990046" y="1561250"/>
                  </a:lnTo>
                  <a:lnTo>
                    <a:pt x="11017334" y="1522645"/>
                  </a:lnTo>
                  <a:lnTo>
                    <a:pt x="11037792" y="1479553"/>
                  </a:lnTo>
                  <a:lnTo>
                    <a:pt x="11050640" y="1432754"/>
                  </a:lnTo>
                  <a:lnTo>
                    <a:pt x="11055096" y="1383029"/>
                  </a:lnTo>
                  <a:lnTo>
                    <a:pt x="11055096" y="276605"/>
                  </a:lnTo>
                  <a:lnTo>
                    <a:pt x="11050640" y="226881"/>
                  </a:lnTo>
                  <a:lnTo>
                    <a:pt x="11037792" y="180082"/>
                  </a:lnTo>
                  <a:lnTo>
                    <a:pt x="11017334" y="136990"/>
                  </a:lnTo>
                  <a:lnTo>
                    <a:pt x="10990046" y="98385"/>
                  </a:lnTo>
                  <a:lnTo>
                    <a:pt x="10956710" y="65049"/>
                  </a:lnTo>
                  <a:lnTo>
                    <a:pt x="10918105" y="37761"/>
                  </a:lnTo>
                  <a:lnTo>
                    <a:pt x="10875013" y="17303"/>
                  </a:lnTo>
                  <a:lnTo>
                    <a:pt x="10828214" y="4455"/>
                  </a:lnTo>
                  <a:lnTo>
                    <a:pt x="1077849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7304" y="1472184"/>
              <a:ext cx="11055350" cy="1659889"/>
            </a:xfrm>
            <a:custGeom>
              <a:avLst/>
              <a:gdLst/>
              <a:ahLst/>
              <a:cxnLst/>
              <a:rect l="l" t="t" r="r" b="b"/>
              <a:pathLst>
                <a:path w="11055350" h="1659889">
                  <a:moveTo>
                    <a:pt x="0" y="276605"/>
                  </a:moveTo>
                  <a:lnTo>
                    <a:pt x="4456" y="226881"/>
                  </a:lnTo>
                  <a:lnTo>
                    <a:pt x="17304" y="180082"/>
                  </a:lnTo>
                  <a:lnTo>
                    <a:pt x="37764" y="136990"/>
                  </a:lnTo>
                  <a:lnTo>
                    <a:pt x="65053" y="98385"/>
                  </a:lnTo>
                  <a:lnTo>
                    <a:pt x="98391" y="65049"/>
                  </a:lnTo>
                  <a:lnTo>
                    <a:pt x="136996" y="37761"/>
                  </a:lnTo>
                  <a:lnTo>
                    <a:pt x="180087" y="17303"/>
                  </a:lnTo>
                  <a:lnTo>
                    <a:pt x="226884" y="4455"/>
                  </a:lnTo>
                  <a:lnTo>
                    <a:pt x="276605" y="0"/>
                  </a:lnTo>
                  <a:lnTo>
                    <a:pt x="10778490" y="0"/>
                  </a:lnTo>
                  <a:lnTo>
                    <a:pt x="10828214" y="4455"/>
                  </a:lnTo>
                  <a:lnTo>
                    <a:pt x="10875013" y="17303"/>
                  </a:lnTo>
                  <a:lnTo>
                    <a:pt x="10918105" y="37761"/>
                  </a:lnTo>
                  <a:lnTo>
                    <a:pt x="10956710" y="65049"/>
                  </a:lnTo>
                  <a:lnTo>
                    <a:pt x="10990046" y="98385"/>
                  </a:lnTo>
                  <a:lnTo>
                    <a:pt x="11017334" y="136990"/>
                  </a:lnTo>
                  <a:lnTo>
                    <a:pt x="11037792" y="180082"/>
                  </a:lnTo>
                  <a:lnTo>
                    <a:pt x="11050640" y="226881"/>
                  </a:lnTo>
                  <a:lnTo>
                    <a:pt x="11055096" y="276605"/>
                  </a:lnTo>
                  <a:lnTo>
                    <a:pt x="11055096" y="1383029"/>
                  </a:lnTo>
                  <a:lnTo>
                    <a:pt x="11050640" y="1432754"/>
                  </a:lnTo>
                  <a:lnTo>
                    <a:pt x="11037792" y="1479553"/>
                  </a:lnTo>
                  <a:lnTo>
                    <a:pt x="11017334" y="1522645"/>
                  </a:lnTo>
                  <a:lnTo>
                    <a:pt x="10990046" y="1561250"/>
                  </a:lnTo>
                  <a:lnTo>
                    <a:pt x="10956710" y="1594586"/>
                  </a:lnTo>
                  <a:lnTo>
                    <a:pt x="10918105" y="1621874"/>
                  </a:lnTo>
                  <a:lnTo>
                    <a:pt x="10875013" y="1642332"/>
                  </a:lnTo>
                  <a:lnTo>
                    <a:pt x="10828214" y="1655180"/>
                  </a:lnTo>
                  <a:lnTo>
                    <a:pt x="10778490" y="1659636"/>
                  </a:lnTo>
                  <a:lnTo>
                    <a:pt x="276605" y="1659636"/>
                  </a:lnTo>
                  <a:lnTo>
                    <a:pt x="226884" y="1655180"/>
                  </a:lnTo>
                  <a:lnTo>
                    <a:pt x="180087" y="1642332"/>
                  </a:lnTo>
                  <a:lnTo>
                    <a:pt x="136996" y="1621874"/>
                  </a:lnTo>
                  <a:lnTo>
                    <a:pt x="98391" y="1594586"/>
                  </a:lnTo>
                  <a:lnTo>
                    <a:pt x="65053" y="1561250"/>
                  </a:lnTo>
                  <a:lnTo>
                    <a:pt x="37764" y="1522645"/>
                  </a:lnTo>
                  <a:lnTo>
                    <a:pt x="17304" y="1479553"/>
                  </a:lnTo>
                  <a:lnTo>
                    <a:pt x="4456" y="1432754"/>
                  </a:lnTo>
                  <a:lnTo>
                    <a:pt x="0" y="1383029"/>
                  </a:lnTo>
                  <a:lnTo>
                    <a:pt x="0" y="27660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060" y="3244596"/>
              <a:ext cx="11140059" cy="132245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628" y="3273602"/>
              <a:ext cx="11191875" cy="108160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27304" y="3268980"/>
              <a:ext cx="11055350" cy="1237615"/>
            </a:xfrm>
            <a:custGeom>
              <a:avLst/>
              <a:gdLst/>
              <a:ahLst/>
              <a:cxnLst/>
              <a:rect l="l" t="t" r="r" b="b"/>
              <a:pathLst>
                <a:path w="11055350" h="1237614">
                  <a:moveTo>
                    <a:pt x="10848848" y="0"/>
                  </a:moveTo>
                  <a:lnTo>
                    <a:pt x="206260" y="0"/>
                  </a:lnTo>
                  <a:lnTo>
                    <a:pt x="158965" y="5446"/>
                  </a:lnTo>
                  <a:lnTo>
                    <a:pt x="115550" y="20961"/>
                  </a:lnTo>
                  <a:lnTo>
                    <a:pt x="77253" y="45306"/>
                  </a:lnTo>
                  <a:lnTo>
                    <a:pt x="45311" y="77245"/>
                  </a:lnTo>
                  <a:lnTo>
                    <a:pt x="20963" y="115540"/>
                  </a:lnTo>
                  <a:lnTo>
                    <a:pt x="5447" y="158953"/>
                  </a:lnTo>
                  <a:lnTo>
                    <a:pt x="0" y="206248"/>
                  </a:lnTo>
                  <a:lnTo>
                    <a:pt x="0" y="1031240"/>
                  </a:lnTo>
                  <a:lnTo>
                    <a:pt x="5447" y="1078534"/>
                  </a:lnTo>
                  <a:lnTo>
                    <a:pt x="20963" y="1121947"/>
                  </a:lnTo>
                  <a:lnTo>
                    <a:pt x="45311" y="1160242"/>
                  </a:lnTo>
                  <a:lnTo>
                    <a:pt x="77253" y="1192181"/>
                  </a:lnTo>
                  <a:lnTo>
                    <a:pt x="115550" y="1216526"/>
                  </a:lnTo>
                  <a:lnTo>
                    <a:pt x="158965" y="1232041"/>
                  </a:lnTo>
                  <a:lnTo>
                    <a:pt x="206260" y="1237488"/>
                  </a:lnTo>
                  <a:lnTo>
                    <a:pt x="10848848" y="1237488"/>
                  </a:lnTo>
                  <a:lnTo>
                    <a:pt x="10896142" y="1232041"/>
                  </a:lnTo>
                  <a:lnTo>
                    <a:pt x="10939555" y="1216526"/>
                  </a:lnTo>
                  <a:lnTo>
                    <a:pt x="10977850" y="1192181"/>
                  </a:lnTo>
                  <a:lnTo>
                    <a:pt x="11009789" y="1160242"/>
                  </a:lnTo>
                  <a:lnTo>
                    <a:pt x="11034134" y="1121947"/>
                  </a:lnTo>
                  <a:lnTo>
                    <a:pt x="11049649" y="1078534"/>
                  </a:lnTo>
                  <a:lnTo>
                    <a:pt x="11055096" y="1031240"/>
                  </a:lnTo>
                  <a:lnTo>
                    <a:pt x="11055096" y="206248"/>
                  </a:lnTo>
                  <a:lnTo>
                    <a:pt x="11049649" y="158953"/>
                  </a:lnTo>
                  <a:lnTo>
                    <a:pt x="11034134" y="115540"/>
                  </a:lnTo>
                  <a:lnTo>
                    <a:pt x="11009789" y="77245"/>
                  </a:lnTo>
                  <a:lnTo>
                    <a:pt x="10977850" y="45306"/>
                  </a:lnTo>
                  <a:lnTo>
                    <a:pt x="10939555" y="20961"/>
                  </a:lnTo>
                  <a:lnTo>
                    <a:pt x="10896142" y="5446"/>
                  </a:lnTo>
                  <a:lnTo>
                    <a:pt x="1084884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27304" y="3268980"/>
              <a:ext cx="11055350" cy="1237615"/>
            </a:xfrm>
            <a:custGeom>
              <a:avLst/>
              <a:gdLst/>
              <a:ahLst/>
              <a:cxnLst/>
              <a:rect l="l" t="t" r="r" b="b"/>
              <a:pathLst>
                <a:path w="11055350" h="1237614">
                  <a:moveTo>
                    <a:pt x="0" y="206248"/>
                  </a:moveTo>
                  <a:lnTo>
                    <a:pt x="5447" y="158953"/>
                  </a:lnTo>
                  <a:lnTo>
                    <a:pt x="20963" y="115540"/>
                  </a:lnTo>
                  <a:lnTo>
                    <a:pt x="45311" y="77245"/>
                  </a:lnTo>
                  <a:lnTo>
                    <a:pt x="77253" y="45306"/>
                  </a:lnTo>
                  <a:lnTo>
                    <a:pt x="115550" y="20961"/>
                  </a:lnTo>
                  <a:lnTo>
                    <a:pt x="158965" y="5446"/>
                  </a:lnTo>
                  <a:lnTo>
                    <a:pt x="206260" y="0"/>
                  </a:lnTo>
                  <a:lnTo>
                    <a:pt x="10848848" y="0"/>
                  </a:lnTo>
                  <a:lnTo>
                    <a:pt x="10896142" y="5446"/>
                  </a:lnTo>
                  <a:lnTo>
                    <a:pt x="10939555" y="20961"/>
                  </a:lnTo>
                  <a:lnTo>
                    <a:pt x="10977850" y="45306"/>
                  </a:lnTo>
                  <a:lnTo>
                    <a:pt x="11009789" y="77245"/>
                  </a:lnTo>
                  <a:lnTo>
                    <a:pt x="11034134" y="115540"/>
                  </a:lnTo>
                  <a:lnTo>
                    <a:pt x="11049649" y="158953"/>
                  </a:lnTo>
                  <a:lnTo>
                    <a:pt x="11055096" y="206248"/>
                  </a:lnTo>
                  <a:lnTo>
                    <a:pt x="11055096" y="1031240"/>
                  </a:lnTo>
                  <a:lnTo>
                    <a:pt x="11049649" y="1078534"/>
                  </a:lnTo>
                  <a:lnTo>
                    <a:pt x="11034134" y="1121947"/>
                  </a:lnTo>
                  <a:lnTo>
                    <a:pt x="11009789" y="1160242"/>
                  </a:lnTo>
                  <a:lnTo>
                    <a:pt x="10977850" y="1192181"/>
                  </a:lnTo>
                  <a:lnTo>
                    <a:pt x="10939555" y="1216526"/>
                  </a:lnTo>
                  <a:lnTo>
                    <a:pt x="10896142" y="1232041"/>
                  </a:lnTo>
                  <a:lnTo>
                    <a:pt x="10848848" y="1237488"/>
                  </a:lnTo>
                  <a:lnTo>
                    <a:pt x="206260" y="1237488"/>
                  </a:lnTo>
                  <a:lnTo>
                    <a:pt x="158965" y="1232041"/>
                  </a:lnTo>
                  <a:lnTo>
                    <a:pt x="115550" y="1216526"/>
                  </a:lnTo>
                  <a:lnTo>
                    <a:pt x="77253" y="1192181"/>
                  </a:lnTo>
                  <a:lnTo>
                    <a:pt x="45311" y="1160242"/>
                  </a:lnTo>
                  <a:lnTo>
                    <a:pt x="20963" y="1121947"/>
                  </a:lnTo>
                  <a:lnTo>
                    <a:pt x="5447" y="1078534"/>
                  </a:lnTo>
                  <a:lnTo>
                    <a:pt x="0" y="1031240"/>
                  </a:lnTo>
                  <a:lnTo>
                    <a:pt x="0" y="20624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640" y="4657407"/>
              <a:ext cx="11002899" cy="13710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4256" y="4680140"/>
              <a:ext cx="11048619" cy="14474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5884" y="4681728"/>
              <a:ext cx="10918190" cy="1286510"/>
            </a:xfrm>
            <a:custGeom>
              <a:avLst/>
              <a:gdLst/>
              <a:ahLst/>
              <a:cxnLst/>
              <a:rect l="l" t="t" r="r" b="b"/>
              <a:pathLst>
                <a:path w="10918190" h="1286510">
                  <a:moveTo>
                    <a:pt x="10703560" y="0"/>
                  </a:moveTo>
                  <a:lnTo>
                    <a:pt x="214388" y="0"/>
                  </a:lnTo>
                  <a:lnTo>
                    <a:pt x="165231" y="5663"/>
                  </a:lnTo>
                  <a:lnTo>
                    <a:pt x="120106" y="21795"/>
                  </a:lnTo>
                  <a:lnTo>
                    <a:pt x="80300" y="47106"/>
                  </a:lnTo>
                  <a:lnTo>
                    <a:pt x="47099" y="80308"/>
                  </a:lnTo>
                  <a:lnTo>
                    <a:pt x="21790" y="120113"/>
                  </a:lnTo>
                  <a:lnTo>
                    <a:pt x="5662" y="165231"/>
                  </a:lnTo>
                  <a:lnTo>
                    <a:pt x="0" y="214376"/>
                  </a:lnTo>
                  <a:lnTo>
                    <a:pt x="0" y="1071867"/>
                  </a:lnTo>
                  <a:lnTo>
                    <a:pt x="5662" y="1121024"/>
                  </a:lnTo>
                  <a:lnTo>
                    <a:pt x="21790" y="1166149"/>
                  </a:lnTo>
                  <a:lnTo>
                    <a:pt x="47099" y="1205955"/>
                  </a:lnTo>
                  <a:lnTo>
                    <a:pt x="80300" y="1239156"/>
                  </a:lnTo>
                  <a:lnTo>
                    <a:pt x="120106" y="1264465"/>
                  </a:lnTo>
                  <a:lnTo>
                    <a:pt x="165231" y="1280593"/>
                  </a:lnTo>
                  <a:lnTo>
                    <a:pt x="214388" y="1286256"/>
                  </a:lnTo>
                  <a:lnTo>
                    <a:pt x="10703560" y="1286256"/>
                  </a:lnTo>
                  <a:lnTo>
                    <a:pt x="10752704" y="1280593"/>
                  </a:lnTo>
                  <a:lnTo>
                    <a:pt x="10797822" y="1264465"/>
                  </a:lnTo>
                  <a:lnTo>
                    <a:pt x="10837627" y="1239156"/>
                  </a:lnTo>
                  <a:lnTo>
                    <a:pt x="10870829" y="1205955"/>
                  </a:lnTo>
                  <a:lnTo>
                    <a:pt x="10896140" y="1166149"/>
                  </a:lnTo>
                  <a:lnTo>
                    <a:pt x="10912272" y="1121024"/>
                  </a:lnTo>
                  <a:lnTo>
                    <a:pt x="10917936" y="1071867"/>
                  </a:lnTo>
                  <a:lnTo>
                    <a:pt x="10917936" y="214376"/>
                  </a:lnTo>
                  <a:lnTo>
                    <a:pt x="10912272" y="165231"/>
                  </a:lnTo>
                  <a:lnTo>
                    <a:pt x="10896140" y="120113"/>
                  </a:lnTo>
                  <a:lnTo>
                    <a:pt x="10870829" y="80308"/>
                  </a:lnTo>
                  <a:lnTo>
                    <a:pt x="10837627" y="47106"/>
                  </a:lnTo>
                  <a:lnTo>
                    <a:pt x="10797822" y="21795"/>
                  </a:lnTo>
                  <a:lnTo>
                    <a:pt x="10752704" y="5663"/>
                  </a:lnTo>
                  <a:lnTo>
                    <a:pt x="107035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5884" y="4681728"/>
              <a:ext cx="10918190" cy="1286510"/>
            </a:xfrm>
            <a:custGeom>
              <a:avLst/>
              <a:gdLst/>
              <a:ahLst/>
              <a:cxnLst/>
              <a:rect l="l" t="t" r="r" b="b"/>
              <a:pathLst>
                <a:path w="10918190" h="1286510">
                  <a:moveTo>
                    <a:pt x="0" y="214376"/>
                  </a:moveTo>
                  <a:lnTo>
                    <a:pt x="5662" y="165231"/>
                  </a:lnTo>
                  <a:lnTo>
                    <a:pt x="21790" y="120113"/>
                  </a:lnTo>
                  <a:lnTo>
                    <a:pt x="47099" y="80308"/>
                  </a:lnTo>
                  <a:lnTo>
                    <a:pt x="80300" y="47106"/>
                  </a:lnTo>
                  <a:lnTo>
                    <a:pt x="120106" y="21795"/>
                  </a:lnTo>
                  <a:lnTo>
                    <a:pt x="165231" y="5663"/>
                  </a:lnTo>
                  <a:lnTo>
                    <a:pt x="214388" y="0"/>
                  </a:lnTo>
                  <a:lnTo>
                    <a:pt x="10703560" y="0"/>
                  </a:lnTo>
                  <a:lnTo>
                    <a:pt x="10752704" y="5663"/>
                  </a:lnTo>
                  <a:lnTo>
                    <a:pt x="10797822" y="21795"/>
                  </a:lnTo>
                  <a:lnTo>
                    <a:pt x="10837627" y="47106"/>
                  </a:lnTo>
                  <a:lnTo>
                    <a:pt x="10870829" y="80308"/>
                  </a:lnTo>
                  <a:lnTo>
                    <a:pt x="10896140" y="120113"/>
                  </a:lnTo>
                  <a:lnTo>
                    <a:pt x="10912272" y="165231"/>
                  </a:lnTo>
                  <a:lnTo>
                    <a:pt x="10917936" y="214376"/>
                  </a:lnTo>
                  <a:lnTo>
                    <a:pt x="10917936" y="1071867"/>
                  </a:lnTo>
                  <a:lnTo>
                    <a:pt x="10912272" y="1121024"/>
                  </a:lnTo>
                  <a:lnTo>
                    <a:pt x="10896140" y="1166149"/>
                  </a:lnTo>
                  <a:lnTo>
                    <a:pt x="10870829" y="1205955"/>
                  </a:lnTo>
                  <a:lnTo>
                    <a:pt x="10837627" y="1239156"/>
                  </a:lnTo>
                  <a:lnTo>
                    <a:pt x="10797822" y="1264465"/>
                  </a:lnTo>
                  <a:lnTo>
                    <a:pt x="10752704" y="1280593"/>
                  </a:lnTo>
                  <a:lnTo>
                    <a:pt x="10703560" y="1286256"/>
                  </a:lnTo>
                  <a:lnTo>
                    <a:pt x="214388" y="1286256"/>
                  </a:lnTo>
                  <a:lnTo>
                    <a:pt x="165231" y="1280593"/>
                  </a:lnTo>
                  <a:lnTo>
                    <a:pt x="120106" y="1264465"/>
                  </a:lnTo>
                  <a:lnTo>
                    <a:pt x="80300" y="1239156"/>
                  </a:lnTo>
                  <a:lnTo>
                    <a:pt x="47099" y="1205955"/>
                  </a:lnTo>
                  <a:lnTo>
                    <a:pt x="21790" y="1166149"/>
                  </a:lnTo>
                  <a:lnTo>
                    <a:pt x="5662" y="1121024"/>
                  </a:lnTo>
                  <a:lnTo>
                    <a:pt x="0" y="1071867"/>
                  </a:lnTo>
                  <a:lnTo>
                    <a:pt x="0" y="21437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33020" marR="25400">
              <a:lnSpc>
                <a:spcPct val="100000"/>
              </a:lnSpc>
              <a:spcBef>
                <a:spcPts val="95"/>
              </a:spcBef>
            </a:pPr>
            <a:r>
              <a:rPr dirty="0"/>
              <a:t>PM</a:t>
            </a:r>
            <a:r>
              <a:rPr dirty="0" spc="235"/>
              <a:t>  </a:t>
            </a:r>
            <a:r>
              <a:rPr dirty="0"/>
              <a:t>Internship</a:t>
            </a:r>
            <a:r>
              <a:rPr dirty="0" spc="229"/>
              <a:t>  </a:t>
            </a:r>
            <a:r>
              <a:rPr dirty="0"/>
              <a:t>Scheme</a:t>
            </a:r>
            <a:r>
              <a:rPr dirty="0" spc="245"/>
              <a:t>  </a:t>
            </a:r>
            <a:r>
              <a:rPr dirty="0"/>
              <a:t>Portal</a:t>
            </a:r>
            <a:r>
              <a:rPr dirty="0" spc="229"/>
              <a:t>  </a:t>
            </a:r>
            <a:r>
              <a:rPr dirty="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1"/>
              </a:rPr>
              <a:t>https://www.pminternship.gov.in</a:t>
            </a:r>
            <a:r>
              <a:rPr dirty="0" u="sng" spc="24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  </a:t>
            </a:r>
            <a:r>
              <a:rPr dirty="0" spc="-25"/>
              <a:t>for </a:t>
            </a:r>
            <a:r>
              <a:rPr dirty="0"/>
              <a:t>authoritative</a:t>
            </a:r>
            <a:r>
              <a:rPr dirty="0" spc="470"/>
              <a:t>  </a:t>
            </a:r>
            <a:r>
              <a:rPr dirty="0"/>
              <a:t>information</a:t>
            </a:r>
            <a:r>
              <a:rPr dirty="0" spc="480"/>
              <a:t>  </a:t>
            </a:r>
            <a:r>
              <a:rPr dirty="0"/>
              <a:t>architecture,</a:t>
            </a:r>
            <a:r>
              <a:rPr dirty="0" spc="470"/>
              <a:t>  </a:t>
            </a:r>
            <a:r>
              <a:rPr dirty="0"/>
              <a:t>workflow</a:t>
            </a:r>
            <a:r>
              <a:rPr dirty="0" spc="480"/>
              <a:t>  </a:t>
            </a:r>
            <a:r>
              <a:rPr dirty="0"/>
              <a:t>references,</a:t>
            </a:r>
            <a:r>
              <a:rPr dirty="0" spc="470"/>
              <a:t>  </a:t>
            </a:r>
            <a:r>
              <a:rPr dirty="0" spc="-25"/>
              <a:t>and </a:t>
            </a:r>
            <a:r>
              <a:rPr dirty="0"/>
              <a:t>compliance</a:t>
            </a:r>
            <a:r>
              <a:rPr dirty="0" spc="-100"/>
              <a:t> </a:t>
            </a:r>
            <a:r>
              <a:rPr dirty="0" spc="-10"/>
              <a:t>requirements</a:t>
            </a:r>
            <a:r>
              <a:rPr dirty="0" spc="-80"/>
              <a:t> </a:t>
            </a:r>
            <a:r>
              <a:rPr dirty="0"/>
              <a:t>for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 spc="-10"/>
              <a:t>internship</a:t>
            </a:r>
            <a:r>
              <a:rPr dirty="0" spc="-114"/>
              <a:t> </a:t>
            </a:r>
            <a:r>
              <a:rPr dirty="0"/>
              <a:t>allocation</a:t>
            </a:r>
            <a:r>
              <a:rPr dirty="0" spc="-100"/>
              <a:t> </a:t>
            </a:r>
            <a:r>
              <a:rPr dirty="0" spc="-10"/>
              <a:t>engine.</a:t>
            </a:r>
          </a:p>
          <a:p>
            <a:pPr>
              <a:lnSpc>
                <a:spcPct val="100000"/>
              </a:lnSpc>
              <a:spcBef>
                <a:spcPts val="595"/>
              </a:spcBef>
            </a:pPr>
          </a:p>
          <a:p>
            <a:pPr algn="just" marL="12700">
              <a:lnSpc>
                <a:spcPct val="100000"/>
              </a:lnSpc>
              <a:tabLst>
                <a:tab pos="1472565" algn="l"/>
                <a:tab pos="2493645" algn="l"/>
                <a:tab pos="3781425" algn="l"/>
                <a:tab pos="5382260" algn="l"/>
                <a:tab pos="6755130" algn="l"/>
                <a:tab pos="7898130" algn="l"/>
                <a:tab pos="9271635" algn="l"/>
              </a:tabLst>
            </a:pPr>
            <a:r>
              <a:rPr dirty="0" sz="2400" spc="-20">
                <a:solidFill>
                  <a:srgbClr val="0D0D0D"/>
                </a:solidFill>
              </a:rPr>
              <a:t>HERE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5">
                <a:solidFill>
                  <a:srgbClr val="0D0D0D"/>
                </a:solidFill>
              </a:rPr>
              <a:t>IS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5">
                <a:solidFill>
                  <a:srgbClr val="0D0D0D"/>
                </a:solidFill>
              </a:rPr>
              <a:t>THE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10">
                <a:solidFill>
                  <a:srgbClr val="0D0D0D"/>
                </a:solidFill>
              </a:rPr>
              <a:t>VIDEO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0">
                <a:solidFill>
                  <a:srgbClr val="0D0D0D"/>
                </a:solidFill>
              </a:rPr>
              <a:t>LINK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5">
                <a:solidFill>
                  <a:srgbClr val="0D0D0D"/>
                </a:solidFill>
              </a:rPr>
              <a:t>OF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5">
                <a:solidFill>
                  <a:srgbClr val="0D0D0D"/>
                </a:solidFill>
              </a:rPr>
              <a:t>OUR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5">
                <a:solidFill>
                  <a:srgbClr val="0D0D0D"/>
                </a:solidFill>
              </a:rPr>
              <a:t>PROTOTYPE</a:t>
            </a:r>
            <a:endParaRPr sz="2400"/>
          </a:p>
          <a:p>
            <a:pPr marL="12700">
              <a:lnSpc>
                <a:spcPct val="100000"/>
              </a:lnSpc>
            </a:pPr>
            <a:r>
              <a:rPr dirty="0" u="sng" sz="2400" spc="-10" b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12"/>
              </a:rPr>
              <a:t>https://youtu.be/2bEOq0jkqWQ?si=a1c7al2o4TwCaY2s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80"/>
              </a:spcBef>
            </a:pPr>
            <a:endParaRPr sz="2400">
              <a:latin typeface="Calibri"/>
              <a:cs typeface="Calibri"/>
            </a:endParaRPr>
          </a:p>
          <a:p>
            <a:pPr algn="just" marL="83820" marR="74930">
              <a:lnSpc>
                <a:spcPct val="100000"/>
              </a:lnSpc>
              <a:tabLst>
                <a:tab pos="2038985" algn="l"/>
                <a:tab pos="4087495" algn="l"/>
                <a:tab pos="5640705" algn="l"/>
                <a:tab pos="7910195" algn="l"/>
                <a:tab pos="10600690" algn="l"/>
              </a:tabLst>
            </a:pPr>
            <a:r>
              <a:rPr dirty="0" sz="2400">
                <a:solidFill>
                  <a:srgbClr val="0D0D0D"/>
                </a:solidFill>
              </a:rPr>
              <a:t>Hugging</a:t>
            </a:r>
            <a:r>
              <a:rPr dirty="0" sz="2400" spc="550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Face</a:t>
            </a:r>
            <a:r>
              <a:rPr dirty="0" sz="2400" spc="580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Transformers</a:t>
            </a:r>
            <a:r>
              <a:rPr dirty="0" sz="2400" spc="575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–</a:t>
            </a:r>
            <a:r>
              <a:rPr dirty="0" sz="2400" spc="560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Used</a:t>
            </a:r>
            <a:r>
              <a:rPr dirty="0" sz="2400" spc="555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for</a:t>
            </a:r>
            <a:r>
              <a:rPr dirty="0" sz="2400" spc="575">
                <a:solidFill>
                  <a:srgbClr val="0D0D0D"/>
                </a:solidFill>
              </a:rPr>
              <a:t> </a:t>
            </a:r>
            <a:r>
              <a:rPr dirty="0" sz="2400" spc="-20">
                <a:solidFill>
                  <a:srgbClr val="0D0D0D"/>
                </a:solidFill>
              </a:rPr>
              <a:t>fine-</a:t>
            </a:r>
            <a:r>
              <a:rPr dirty="0" sz="2400">
                <a:solidFill>
                  <a:srgbClr val="0D0D0D"/>
                </a:solidFill>
              </a:rPr>
              <a:t>tuning</a:t>
            </a:r>
            <a:r>
              <a:rPr dirty="0" sz="2400" spc="570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BERT</a:t>
            </a:r>
            <a:r>
              <a:rPr dirty="0" sz="2400" spc="570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to</a:t>
            </a:r>
            <a:r>
              <a:rPr dirty="0" sz="2400" spc="570">
                <a:solidFill>
                  <a:srgbClr val="0D0D0D"/>
                </a:solidFill>
              </a:rPr>
              <a:t> </a:t>
            </a:r>
            <a:r>
              <a:rPr dirty="0" sz="2400">
                <a:solidFill>
                  <a:srgbClr val="0D0D0D"/>
                </a:solidFill>
              </a:rPr>
              <a:t>semantically</a:t>
            </a:r>
            <a:r>
              <a:rPr dirty="0" sz="2400" spc="560">
                <a:solidFill>
                  <a:srgbClr val="0D0D0D"/>
                </a:solidFill>
              </a:rPr>
              <a:t> </a:t>
            </a:r>
            <a:r>
              <a:rPr dirty="0" sz="2400" spc="-10">
                <a:solidFill>
                  <a:srgbClr val="0D0D0D"/>
                </a:solidFill>
              </a:rPr>
              <a:t>match student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10">
                <a:solidFill>
                  <a:srgbClr val="0D0D0D"/>
                </a:solidFill>
              </a:rPr>
              <a:t>resumes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20">
                <a:solidFill>
                  <a:srgbClr val="0D0D0D"/>
                </a:solidFill>
              </a:rPr>
              <a:t>with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10">
                <a:solidFill>
                  <a:srgbClr val="0D0D0D"/>
                </a:solidFill>
              </a:rPr>
              <a:t>internship</a:t>
            </a:r>
            <a:r>
              <a:rPr dirty="0" sz="2400">
                <a:solidFill>
                  <a:srgbClr val="0D0D0D"/>
                </a:solidFill>
              </a:rPr>
              <a:t>	</a:t>
            </a:r>
            <a:r>
              <a:rPr dirty="0" sz="2400" spc="-10">
                <a:solidFill>
                  <a:srgbClr val="0D0D0D"/>
                </a:solidFill>
              </a:rPr>
              <a:t>requirements</a:t>
            </a:r>
            <a:r>
              <a:rPr dirty="0" sz="2400">
                <a:solidFill>
                  <a:srgbClr val="0D0D0D"/>
                </a:solidFill>
              </a:rPr>
              <a:t>	- </a:t>
            </a:r>
            <a:r>
              <a:rPr dirty="0" u="sng" sz="24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3"/>
              </a:rPr>
              <a:t>https://huggingface.co/TechWolf/JobBERT-</a:t>
            </a:r>
            <a:r>
              <a:rPr dirty="0" u="sng" sz="24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13"/>
              </a:rPr>
              <a:t>v2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2026-09-04T05:16:52Z</dcterms:created>
  <dcterms:modified xsi:type="dcterms:W3CDTF">2026-09-04T05:16:52Z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2026-09-04T00:00:00Z</vt:filetime>
  </property>
  <property fmtid="{D5CDD505-2E9C-101B-9397-08002B2CF9AE}" pid="6" name="Producer">
    <vt:lpwstr>www.ilovepdf.com</vt:lpwstr>
  </property>
</Properties>
</file>